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65D5B1-6290-4E2E-8238-9E286E3E864F}" v="38" dt="2026-06-11T08:40:20.5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 varScale="1">
        <p:scale>
          <a:sx n="35" d="100"/>
          <a:sy n="35" d="100"/>
        </p:scale>
        <p:origin x="58" y="9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l Pachar" userId="9f0dbec530d9f628" providerId="LiveId" clId="{FC3EA3F6-9318-41C3-BDE3-F6FF7C683437}"/>
    <pc:docChg chg="undo custSel addSld delSld modSld">
      <pc:chgData name="Anil Pachar" userId="9f0dbec530d9f628" providerId="LiveId" clId="{FC3EA3F6-9318-41C3-BDE3-F6FF7C683437}" dt="2026-06-11T08:41:39.893" v="291" actId="26606"/>
      <pc:docMkLst>
        <pc:docMk/>
      </pc:docMkLst>
      <pc:sldChg chg="addSp modSp mod setBg addAnim">
        <pc:chgData name="Anil Pachar" userId="9f0dbec530d9f628" providerId="LiveId" clId="{FC3EA3F6-9318-41C3-BDE3-F6FF7C683437}" dt="2026-06-11T07:35:05.333" v="93"/>
        <pc:sldMkLst>
          <pc:docMk/>
          <pc:sldMk cId="2998247867" sldId="256"/>
        </pc:sldMkLst>
        <pc:spChg chg="mod">
          <ac:chgData name="Anil Pachar" userId="9f0dbec530d9f628" providerId="LiveId" clId="{FC3EA3F6-9318-41C3-BDE3-F6FF7C683437}" dt="2026-06-11T07:35:05.317" v="91" actId="26606"/>
          <ac:spMkLst>
            <pc:docMk/>
            <pc:sldMk cId="2998247867" sldId="256"/>
            <ac:spMk id="2" creationId="{176E5EB1-8B1F-33BE-B081-25FE26138717}"/>
          </ac:spMkLst>
        </pc:spChg>
        <pc:spChg chg="mod">
          <ac:chgData name="Anil Pachar" userId="9f0dbec530d9f628" providerId="LiveId" clId="{FC3EA3F6-9318-41C3-BDE3-F6FF7C683437}" dt="2026-06-11T07:35:05.317" v="91" actId="26606"/>
          <ac:spMkLst>
            <pc:docMk/>
            <pc:sldMk cId="2998247867" sldId="256"/>
            <ac:spMk id="3" creationId="{FA35AC24-DC09-3A16-327B-5F7FD15D35D0}"/>
          </ac:spMkLst>
        </pc:spChg>
        <pc:spChg chg="add">
          <ac:chgData name="Anil Pachar" userId="9f0dbec530d9f628" providerId="LiveId" clId="{FC3EA3F6-9318-41C3-BDE3-F6FF7C683437}" dt="2026-06-11T07:35:05.317" v="91" actId="26606"/>
          <ac:spMkLst>
            <pc:docMk/>
            <pc:sldMk cId="2998247867" sldId="256"/>
            <ac:spMk id="9" creationId="{9B7AD9F6-8CE7-4299-8FC6-328F4DCD3FF9}"/>
          </ac:spMkLst>
        </pc:spChg>
        <pc:spChg chg="add">
          <ac:chgData name="Anil Pachar" userId="9f0dbec530d9f628" providerId="LiveId" clId="{FC3EA3F6-9318-41C3-BDE3-F6FF7C683437}" dt="2026-06-11T07:35:05.317" v="91" actId="26606"/>
          <ac:spMkLst>
            <pc:docMk/>
            <pc:sldMk cId="2998247867" sldId="256"/>
            <ac:spMk id="11" creationId="{F49775AF-8896-43EE-92C6-83497D6DC56F}"/>
          </ac:spMkLst>
        </pc:spChg>
        <pc:picChg chg="add">
          <ac:chgData name="Anil Pachar" userId="9f0dbec530d9f628" providerId="LiveId" clId="{FC3EA3F6-9318-41C3-BDE3-F6FF7C683437}" dt="2026-06-11T07:35:05.317" v="91" actId="26606"/>
          <ac:picMkLst>
            <pc:docMk/>
            <pc:sldMk cId="2998247867" sldId="256"/>
            <ac:picMk id="5" creationId="{362A8B66-B2CE-F8D6-F3D9-0CE78093EE5F}"/>
          </ac:picMkLst>
        </pc:picChg>
      </pc:sldChg>
      <pc:sldChg chg="addSp delSp modSp new mod setBg">
        <pc:chgData name="Anil Pachar" userId="9f0dbec530d9f628" providerId="LiveId" clId="{FC3EA3F6-9318-41C3-BDE3-F6FF7C683437}" dt="2026-06-11T07:36:22.629" v="108" actId="26606"/>
        <pc:sldMkLst>
          <pc:docMk/>
          <pc:sldMk cId="1266984179" sldId="257"/>
        </pc:sldMkLst>
        <pc:spChg chg="mod">
          <ac:chgData name="Anil Pachar" userId="9f0dbec530d9f628" providerId="LiveId" clId="{FC3EA3F6-9318-41C3-BDE3-F6FF7C683437}" dt="2026-06-11T07:36:22.629" v="108" actId="26606"/>
          <ac:spMkLst>
            <pc:docMk/>
            <pc:sldMk cId="1266984179" sldId="257"/>
            <ac:spMk id="2" creationId="{7B8824AB-D385-4C3E-F074-625C449949B4}"/>
          </ac:spMkLst>
        </pc:spChg>
        <pc:spChg chg="add del mod">
          <ac:chgData name="Anil Pachar" userId="9f0dbec530d9f628" providerId="LiveId" clId="{FC3EA3F6-9318-41C3-BDE3-F6FF7C683437}" dt="2026-06-11T07:36:22.629" v="108" actId="26606"/>
          <ac:spMkLst>
            <pc:docMk/>
            <pc:sldMk cId="1266984179" sldId="257"/>
            <ac:spMk id="3" creationId="{5D232DEE-ABCE-2C60-7AC4-19A03CE2DB11}"/>
          </ac:spMkLst>
        </pc:spChg>
        <pc:spChg chg="add del">
          <ac:chgData name="Anil Pachar" userId="9f0dbec530d9f628" providerId="LiveId" clId="{FC3EA3F6-9318-41C3-BDE3-F6FF7C683437}" dt="2026-06-11T07:35:59.906" v="95" actId="26606"/>
          <ac:spMkLst>
            <pc:docMk/>
            <pc:sldMk cId="1266984179" sldId="257"/>
            <ac:spMk id="9" creationId="{545D489D-16E1-484D-867B-144368D74B83}"/>
          </ac:spMkLst>
        </pc:spChg>
        <pc:spChg chg="add del">
          <ac:chgData name="Anil Pachar" userId="9f0dbec530d9f628" providerId="LiveId" clId="{FC3EA3F6-9318-41C3-BDE3-F6FF7C683437}" dt="2026-06-11T07:35:59.906" v="95" actId="26606"/>
          <ac:spMkLst>
            <pc:docMk/>
            <pc:sldMk cId="1266984179" sldId="257"/>
            <ac:spMk id="11" creationId="{49A496F5-B01E-4BF8-9D1E-C4E53B6F9652}"/>
          </ac:spMkLst>
        </pc:spChg>
        <pc:spChg chg="add del">
          <ac:chgData name="Anil Pachar" userId="9f0dbec530d9f628" providerId="LiveId" clId="{FC3EA3F6-9318-41C3-BDE3-F6FF7C683437}" dt="2026-06-11T07:35:59.906" v="95" actId="26606"/>
          <ac:spMkLst>
            <pc:docMk/>
            <pc:sldMk cId="1266984179" sldId="257"/>
            <ac:spMk id="13" creationId="{6E895C8D-1379-40B8-8B1B-B6F5AEAF0A6C}"/>
          </ac:spMkLst>
        </pc:spChg>
        <pc:spChg chg="add del">
          <ac:chgData name="Anil Pachar" userId="9f0dbec530d9f628" providerId="LiveId" clId="{FC3EA3F6-9318-41C3-BDE3-F6FF7C683437}" dt="2026-06-11T07:36:02.515" v="97" actId="26606"/>
          <ac:spMkLst>
            <pc:docMk/>
            <pc:sldMk cId="1266984179" sldId="257"/>
            <ac:spMk id="15" creationId="{463EEC44-1BA3-44ED-81FC-A644B04B2A44}"/>
          </ac:spMkLst>
        </pc:spChg>
        <pc:spChg chg="add del">
          <ac:chgData name="Anil Pachar" userId="9f0dbec530d9f628" providerId="LiveId" clId="{FC3EA3F6-9318-41C3-BDE3-F6FF7C683437}" dt="2026-06-11T07:36:02.515" v="97" actId="26606"/>
          <ac:spMkLst>
            <pc:docMk/>
            <pc:sldMk cId="1266984179" sldId="257"/>
            <ac:spMk id="16" creationId="{7517A47C-B2E5-4B79-8061-D74B1311AF6E}"/>
          </ac:spMkLst>
        </pc:spChg>
        <pc:spChg chg="add del">
          <ac:chgData name="Anil Pachar" userId="9f0dbec530d9f628" providerId="LiveId" clId="{FC3EA3F6-9318-41C3-BDE3-F6FF7C683437}" dt="2026-06-11T07:36:02.515" v="97" actId="26606"/>
          <ac:spMkLst>
            <pc:docMk/>
            <pc:sldMk cId="1266984179" sldId="257"/>
            <ac:spMk id="17" creationId="{C505E780-2083-4CB5-A42A-5E0E2908ECC3}"/>
          </ac:spMkLst>
        </pc:spChg>
        <pc:spChg chg="add del">
          <ac:chgData name="Anil Pachar" userId="9f0dbec530d9f628" providerId="LiveId" clId="{FC3EA3F6-9318-41C3-BDE3-F6FF7C683437}" dt="2026-06-11T07:36:02.515" v="97" actId="26606"/>
          <ac:spMkLst>
            <pc:docMk/>
            <pc:sldMk cId="1266984179" sldId="257"/>
            <ac:spMk id="18" creationId="{D2C0AE1C-0118-41AE-8A10-7CDCBF10E96F}"/>
          </ac:spMkLst>
        </pc:spChg>
        <pc:spChg chg="add del">
          <ac:chgData name="Anil Pachar" userId="9f0dbec530d9f628" providerId="LiveId" clId="{FC3EA3F6-9318-41C3-BDE3-F6FF7C683437}" dt="2026-06-11T07:36:04.402" v="99" actId="26606"/>
          <ac:spMkLst>
            <pc:docMk/>
            <pc:sldMk cId="1266984179" sldId="257"/>
            <ac:spMk id="21" creationId="{BACC6370-2D7E-4714-9D71-7542949D7D5D}"/>
          </ac:spMkLst>
        </pc:spChg>
        <pc:spChg chg="add del">
          <ac:chgData name="Anil Pachar" userId="9f0dbec530d9f628" providerId="LiveId" clId="{FC3EA3F6-9318-41C3-BDE3-F6FF7C683437}" dt="2026-06-11T07:36:04.402" v="99" actId="26606"/>
          <ac:spMkLst>
            <pc:docMk/>
            <pc:sldMk cId="1266984179" sldId="257"/>
            <ac:spMk id="22" creationId="{256B2C21-A230-48C0-8DF1-C46611373C44}"/>
          </ac:spMkLst>
        </pc:spChg>
        <pc:spChg chg="add del">
          <ac:chgData name="Anil Pachar" userId="9f0dbec530d9f628" providerId="LiveId" clId="{FC3EA3F6-9318-41C3-BDE3-F6FF7C683437}" dt="2026-06-11T07:36:04.402" v="99" actId="26606"/>
          <ac:spMkLst>
            <pc:docMk/>
            <pc:sldMk cId="1266984179" sldId="257"/>
            <ac:spMk id="23" creationId="{3847E18C-932D-4C95-AABA-FEC7C9499AD7}"/>
          </ac:spMkLst>
        </pc:spChg>
        <pc:spChg chg="add del">
          <ac:chgData name="Anil Pachar" userId="9f0dbec530d9f628" providerId="LiveId" clId="{FC3EA3F6-9318-41C3-BDE3-F6FF7C683437}" dt="2026-06-11T07:36:04.402" v="99" actId="26606"/>
          <ac:spMkLst>
            <pc:docMk/>
            <pc:sldMk cId="1266984179" sldId="257"/>
            <ac:spMk id="24" creationId="{3150CB11-0C61-439E-910F-5787759E72A0}"/>
          </ac:spMkLst>
        </pc:spChg>
        <pc:spChg chg="add del">
          <ac:chgData name="Anil Pachar" userId="9f0dbec530d9f628" providerId="LiveId" clId="{FC3EA3F6-9318-41C3-BDE3-F6FF7C683437}" dt="2026-06-11T07:36:04.402" v="99" actId="26606"/>
          <ac:spMkLst>
            <pc:docMk/>
            <pc:sldMk cId="1266984179" sldId="257"/>
            <ac:spMk id="25" creationId="{43F8A58B-5155-44CE-A5FF-7647B47D0A7A}"/>
          </ac:spMkLst>
        </pc:spChg>
        <pc:spChg chg="add del">
          <ac:chgData name="Anil Pachar" userId="9f0dbec530d9f628" providerId="LiveId" clId="{FC3EA3F6-9318-41C3-BDE3-F6FF7C683437}" dt="2026-06-11T07:36:04.402" v="99" actId="26606"/>
          <ac:spMkLst>
            <pc:docMk/>
            <pc:sldMk cId="1266984179" sldId="257"/>
            <ac:spMk id="26" creationId="{443F2ACA-E6D6-4028-82DD-F03C262D5DE6}"/>
          </ac:spMkLst>
        </pc:spChg>
        <pc:spChg chg="add del">
          <ac:chgData name="Anil Pachar" userId="9f0dbec530d9f628" providerId="LiveId" clId="{FC3EA3F6-9318-41C3-BDE3-F6FF7C683437}" dt="2026-06-11T07:36:07.794" v="101" actId="26606"/>
          <ac:spMkLst>
            <pc:docMk/>
            <pc:sldMk cId="1266984179" sldId="257"/>
            <ac:spMk id="29" creationId="{7517A47C-B2E5-4B79-8061-D74B1311AF6E}"/>
          </ac:spMkLst>
        </pc:spChg>
        <pc:spChg chg="add del">
          <ac:chgData name="Anil Pachar" userId="9f0dbec530d9f628" providerId="LiveId" clId="{FC3EA3F6-9318-41C3-BDE3-F6FF7C683437}" dt="2026-06-11T07:36:07.794" v="101" actId="26606"/>
          <ac:spMkLst>
            <pc:docMk/>
            <pc:sldMk cId="1266984179" sldId="257"/>
            <ac:spMk id="30" creationId="{C505E780-2083-4CB5-A42A-5E0E2908ECC3}"/>
          </ac:spMkLst>
        </pc:spChg>
        <pc:spChg chg="add del">
          <ac:chgData name="Anil Pachar" userId="9f0dbec530d9f628" providerId="LiveId" clId="{FC3EA3F6-9318-41C3-BDE3-F6FF7C683437}" dt="2026-06-11T07:36:07.794" v="101" actId="26606"/>
          <ac:spMkLst>
            <pc:docMk/>
            <pc:sldMk cId="1266984179" sldId="257"/>
            <ac:spMk id="31" creationId="{D2C0AE1C-0118-41AE-8A10-7CDCBF10E96F}"/>
          </ac:spMkLst>
        </pc:spChg>
        <pc:spChg chg="add del">
          <ac:chgData name="Anil Pachar" userId="9f0dbec530d9f628" providerId="LiveId" clId="{FC3EA3F6-9318-41C3-BDE3-F6FF7C683437}" dt="2026-06-11T07:36:07.794" v="101" actId="26606"/>
          <ac:spMkLst>
            <pc:docMk/>
            <pc:sldMk cId="1266984179" sldId="257"/>
            <ac:spMk id="32" creationId="{463EEC44-1BA3-44ED-81FC-A644B04B2A44}"/>
          </ac:spMkLst>
        </pc:spChg>
        <pc:spChg chg="add del">
          <ac:chgData name="Anil Pachar" userId="9f0dbec530d9f628" providerId="LiveId" clId="{FC3EA3F6-9318-41C3-BDE3-F6FF7C683437}" dt="2026-06-11T07:36:12.293" v="103" actId="26606"/>
          <ac:spMkLst>
            <pc:docMk/>
            <pc:sldMk cId="1266984179" sldId="257"/>
            <ac:spMk id="35" creationId="{545D489D-16E1-484D-867B-144368D74B83}"/>
          </ac:spMkLst>
        </pc:spChg>
        <pc:spChg chg="add del">
          <ac:chgData name="Anil Pachar" userId="9f0dbec530d9f628" providerId="LiveId" clId="{FC3EA3F6-9318-41C3-BDE3-F6FF7C683437}" dt="2026-06-11T07:36:12.293" v="103" actId="26606"/>
          <ac:spMkLst>
            <pc:docMk/>
            <pc:sldMk cId="1266984179" sldId="257"/>
            <ac:spMk id="36" creationId="{49A496F5-B01E-4BF8-9D1E-C4E53B6F9652}"/>
          </ac:spMkLst>
        </pc:spChg>
        <pc:spChg chg="add del">
          <ac:chgData name="Anil Pachar" userId="9f0dbec530d9f628" providerId="LiveId" clId="{FC3EA3F6-9318-41C3-BDE3-F6FF7C683437}" dt="2026-06-11T07:36:12.293" v="103" actId="26606"/>
          <ac:spMkLst>
            <pc:docMk/>
            <pc:sldMk cId="1266984179" sldId="257"/>
            <ac:spMk id="37" creationId="{6E895C8D-1379-40B8-8B1B-B6F5AEAF0A6C}"/>
          </ac:spMkLst>
        </pc:spChg>
        <pc:spChg chg="add del">
          <ac:chgData name="Anil Pachar" userId="9f0dbec530d9f628" providerId="LiveId" clId="{FC3EA3F6-9318-41C3-BDE3-F6FF7C683437}" dt="2026-06-11T07:36:14.117" v="105" actId="26606"/>
          <ac:spMkLst>
            <pc:docMk/>
            <pc:sldMk cId="1266984179" sldId="257"/>
            <ac:spMk id="40" creationId="{F13C74B1-5B17-4795-BED0-7140497B445A}"/>
          </ac:spMkLst>
        </pc:spChg>
        <pc:spChg chg="add del">
          <ac:chgData name="Anil Pachar" userId="9f0dbec530d9f628" providerId="LiveId" clId="{FC3EA3F6-9318-41C3-BDE3-F6FF7C683437}" dt="2026-06-11T07:36:14.117" v="105" actId="26606"/>
          <ac:spMkLst>
            <pc:docMk/>
            <pc:sldMk cId="1266984179" sldId="257"/>
            <ac:spMk id="41" creationId="{D4974D33-8DC5-464E-8C6D-BE58F0669C17}"/>
          </ac:spMkLst>
        </pc:spChg>
        <pc:spChg chg="add del">
          <ac:chgData name="Anil Pachar" userId="9f0dbec530d9f628" providerId="LiveId" clId="{FC3EA3F6-9318-41C3-BDE3-F6FF7C683437}" dt="2026-06-11T07:36:14.117" v="105" actId="26606"/>
          <ac:spMkLst>
            <pc:docMk/>
            <pc:sldMk cId="1266984179" sldId="257"/>
            <ac:spMk id="42" creationId="{5D232DEE-ABCE-2C60-7AC4-19A03CE2DB11}"/>
          </ac:spMkLst>
        </pc:spChg>
        <pc:spChg chg="add del">
          <ac:chgData name="Anil Pachar" userId="9f0dbec530d9f628" providerId="LiveId" clId="{FC3EA3F6-9318-41C3-BDE3-F6FF7C683437}" dt="2026-06-11T07:36:22.615" v="107" actId="26606"/>
          <ac:spMkLst>
            <pc:docMk/>
            <pc:sldMk cId="1266984179" sldId="257"/>
            <ac:spMk id="45" creationId="{545D489D-16E1-484D-867B-144368D74B83}"/>
          </ac:spMkLst>
        </pc:spChg>
        <pc:spChg chg="add del">
          <ac:chgData name="Anil Pachar" userId="9f0dbec530d9f628" providerId="LiveId" clId="{FC3EA3F6-9318-41C3-BDE3-F6FF7C683437}" dt="2026-06-11T07:36:22.615" v="107" actId="26606"/>
          <ac:spMkLst>
            <pc:docMk/>
            <pc:sldMk cId="1266984179" sldId="257"/>
            <ac:spMk id="46" creationId="{49A496F5-B01E-4BF8-9D1E-C4E53B6F9652}"/>
          </ac:spMkLst>
        </pc:spChg>
        <pc:spChg chg="add del">
          <ac:chgData name="Anil Pachar" userId="9f0dbec530d9f628" providerId="LiveId" clId="{FC3EA3F6-9318-41C3-BDE3-F6FF7C683437}" dt="2026-06-11T07:36:22.615" v="107" actId="26606"/>
          <ac:spMkLst>
            <pc:docMk/>
            <pc:sldMk cId="1266984179" sldId="257"/>
            <ac:spMk id="47" creationId="{6E895C8D-1379-40B8-8B1B-B6F5AEAF0A6C}"/>
          </ac:spMkLst>
        </pc:spChg>
        <pc:spChg chg="add">
          <ac:chgData name="Anil Pachar" userId="9f0dbec530d9f628" providerId="LiveId" clId="{FC3EA3F6-9318-41C3-BDE3-F6FF7C683437}" dt="2026-06-11T07:36:22.629" v="108" actId="26606"/>
          <ac:spMkLst>
            <pc:docMk/>
            <pc:sldMk cId="1266984179" sldId="257"/>
            <ac:spMk id="50" creationId="{2C61293E-6EBE-43EF-A52C-9BEBFD7679D4}"/>
          </ac:spMkLst>
        </pc:spChg>
        <pc:spChg chg="add">
          <ac:chgData name="Anil Pachar" userId="9f0dbec530d9f628" providerId="LiveId" clId="{FC3EA3F6-9318-41C3-BDE3-F6FF7C683437}" dt="2026-06-11T07:36:22.629" v="108" actId="26606"/>
          <ac:spMkLst>
            <pc:docMk/>
            <pc:sldMk cId="1266984179" sldId="257"/>
            <ac:spMk id="52" creationId="{21540236-BFD5-4A9D-8840-4703E7F76825}"/>
          </ac:spMkLst>
        </pc:spChg>
        <pc:spChg chg="add">
          <ac:chgData name="Anil Pachar" userId="9f0dbec530d9f628" providerId="LiveId" clId="{FC3EA3F6-9318-41C3-BDE3-F6FF7C683437}" dt="2026-06-11T07:36:22.629" v="108" actId="26606"/>
          <ac:spMkLst>
            <pc:docMk/>
            <pc:sldMk cId="1266984179" sldId="257"/>
            <ac:spMk id="53" creationId="{5D232DEE-ABCE-2C60-7AC4-19A03CE2DB11}"/>
          </ac:spMkLst>
        </pc:spChg>
        <pc:graphicFrameChg chg="add del">
          <ac:chgData name="Anil Pachar" userId="9f0dbec530d9f628" providerId="LiveId" clId="{FC3EA3F6-9318-41C3-BDE3-F6FF7C683437}" dt="2026-06-11T07:35:59.906" v="95" actId="26606"/>
          <ac:graphicFrameMkLst>
            <pc:docMk/>
            <pc:sldMk cId="1266984179" sldId="257"/>
            <ac:graphicFrameMk id="5" creationId="{151215AA-A611-77CD-3117-B81E3101006D}"/>
          </ac:graphicFrameMkLst>
        </pc:graphicFrameChg>
        <pc:graphicFrameChg chg="add del">
          <ac:chgData name="Anil Pachar" userId="9f0dbec530d9f628" providerId="LiveId" clId="{FC3EA3F6-9318-41C3-BDE3-F6FF7C683437}" dt="2026-06-11T07:36:02.515" v="97" actId="26606"/>
          <ac:graphicFrameMkLst>
            <pc:docMk/>
            <pc:sldMk cId="1266984179" sldId="257"/>
            <ac:graphicFrameMk id="19" creationId="{69034DBB-B334-4AAB-0D3B-DAB0A549BF9D}"/>
          </ac:graphicFrameMkLst>
        </pc:graphicFrameChg>
        <pc:graphicFrameChg chg="add del">
          <ac:chgData name="Anil Pachar" userId="9f0dbec530d9f628" providerId="LiveId" clId="{FC3EA3F6-9318-41C3-BDE3-F6FF7C683437}" dt="2026-06-11T07:36:04.402" v="99" actId="26606"/>
          <ac:graphicFrameMkLst>
            <pc:docMk/>
            <pc:sldMk cId="1266984179" sldId="257"/>
            <ac:graphicFrameMk id="27" creationId="{4F230632-403B-6E40-FCCA-54ED4AE1D191}"/>
          </ac:graphicFrameMkLst>
        </pc:graphicFrameChg>
        <pc:graphicFrameChg chg="add del">
          <ac:chgData name="Anil Pachar" userId="9f0dbec530d9f628" providerId="LiveId" clId="{FC3EA3F6-9318-41C3-BDE3-F6FF7C683437}" dt="2026-06-11T07:36:07.794" v="101" actId="26606"/>
          <ac:graphicFrameMkLst>
            <pc:docMk/>
            <pc:sldMk cId="1266984179" sldId="257"/>
            <ac:graphicFrameMk id="33" creationId="{69034DBB-B334-4AAB-0D3B-DAB0A549BF9D}"/>
          </ac:graphicFrameMkLst>
        </pc:graphicFrameChg>
        <pc:graphicFrameChg chg="add del">
          <ac:chgData name="Anil Pachar" userId="9f0dbec530d9f628" providerId="LiveId" clId="{FC3EA3F6-9318-41C3-BDE3-F6FF7C683437}" dt="2026-06-11T07:36:12.293" v="103" actId="26606"/>
          <ac:graphicFrameMkLst>
            <pc:docMk/>
            <pc:sldMk cId="1266984179" sldId="257"/>
            <ac:graphicFrameMk id="38" creationId="{151215AA-A611-77CD-3117-B81E3101006D}"/>
          </ac:graphicFrameMkLst>
        </pc:graphicFrameChg>
        <pc:graphicFrameChg chg="add del">
          <ac:chgData name="Anil Pachar" userId="9f0dbec530d9f628" providerId="LiveId" clId="{FC3EA3F6-9318-41C3-BDE3-F6FF7C683437}" dt="2026-06-11T07:36:22.615" v="107" actId="26606"/>
          <ac:graphicFrameMkLst>
            <pc:docMk/>
            <pc:sldMk cId="1266984179" sldId="257"/>
            <ac:graphicFrameMk id="48" creationId="{151215AA-A611-77CD-3117-B81E3101006D}"/>
          </ac:graphicFrameMkLst>
        </pc:graphicFrameChg>
        <pc:picChg chg="add del">
          <ac:chgData name="Anil Pachar" userId="9f0dbec530d9f628" providerId="LiveId" clId="{FC3EA3F6-9318-41C3-BDE3-F6FF7C683437}" dt="2026-06-11T07:36:14.117" v="105" actId="26606"/>
          <ac:picMkLst>
            <pc:docMk/>
            <pc:sldMk cId="1266984179" sldId="257"/>
            <ac:picMk id="43" creationId="{90816036-09EC-DB73-9662-8BEA983E9F50}"/>
          </ac:picMkLst>
        </pc:picChg>
        <pc:picChg chg="add">
          <ac:chgData name="Anil Pachar" userId="9f0dbec530d9f628" providerId="LiveId" clId="{FC3EA3F6-9318-41C3-BDE3-F6FF7C683437}" dt="2026-06-11T07:36:22.629" v="108" actId="26606"/>
          <ac:picMkLst>
            <pc:docMk/>
            <pc:sldMk cId="1266984179" sldId="257"/>
            <ac:picMk id="51" creationId="{593CED36-0ADB-4CCB-AE56-8BA30900A450}"/>
          </ac:picMkLst>
        </pc:picChg>
      </pc:sldChg>
      <pc:sldChg chg="addSp delSp modSp new mod setBg">
        <pc:chgData name="Anil Pachar" userId="9f0dbec530d9f628" providerId="LiveId" clId="{FC3EA3F6-9318-41C3-BDE3-F6FF7C683437}" dt="2026-06-11T07:36:55.292" v="109" actId="26606"/>
        <pc:sldMkLst>
          <pc:docMk/>
          <pc:sldMk cId="70626599" sldId="258"/>
        </pc:sldMkLst>
        <pc:spChg chg="mod">
          <ac:chgData name="Anil Pachar" userId="9f0dbec530d9f628" providerId="LiveId" clId="{FC3EA3F6-9318-41C3-BDE3-F6FF7C683437}" dt="2026-06-11T07:36:55.292" v="109" actId="26606"/>
          <ac:spMkLst>
            <pc:docMk/>
            <pc:sldMk cId="70626599" sldId="258"/>
            <ac:spMk id="2" creationId="{1B1FDFF1-AAF3-BFFF-48E2-5C9D9244180E}"/>
          </ac:spMkLst>
        </pc:spChg>
        <pc:spChg chg="del mod">
          <ac:chgData name="Anil Pachar" userId="9f0dbec530d9f628" providerId="LiveId" clId="{FC3EA3F6-9318-41C3-BDE3-F6FF7C683437}" dt="2026-06-11T07:36:55.292" v="109" actId="26606"/>
          <ac:spMkLst>
            <pc:docMk/>
            <pc:sldMk cId="70626599" sldId="258"/>
            <ac:spMk id="3" creationId="{02A0968B-709C-4604-2F0F-85D3B9CD065C}"/>
          </ac:spMkLst>
        </pc:spChg>
        <pc:spChg chg="add">
          <ac:chgData name="Anil Pachar" userId="9f0dbec530d9f628" providerId="LiveId" clId="{FC3EA3F6-9318-41C3-BDE3-F6FF7C683437}" dt="2026-06-11T07:36:55.292" v="109" actId="26606"/>
          <ac:spMkLst>
            <pc:docMk/>
            <pc:sldMk cId="70626599" sldId="258"/>
            <ac:spMk id="9" creationId="{2E442304-DDBD-4F7B-8017-36BCC863FB40}"/>
          </ac:spMkLst>
        </pc:spChg>
        <pc:spChg chg="add">
          <ac:chgData name="Anil Pachar" userId="9f0dbec530d9f628" providerId="LiveId" clId="{FC3EA3F6-9318-41C3-BDE3-F6FF7C683437}" dt="2026-06-11T07:36:55.292" v="109" actId="26606"/>
          <ac:spMkLst>
            <pc:docMk/>
            <pc:sldMk cId="70626599" sldId="258"/>
            <ac:spMk id="11" creationId="{5E107275-3853-46FD-A241-DE4355A42675}"/>
          </ac:spMkLst>
        </pc:spChg>
        <pc:graphicFrameChg chg="add">
          <ac:chgData name="Anil Pachar" userId="9f0dbec530d9f628" providerId="LiveId" clId="{FC3EA3F6-9318-41C3-BDE3-F6FF7C683437}" dt="2026-06-11T07:36:55.292" v="109" actId="26606"/>
          <ac:graphicFrameMkLst>
            <pc:docMk/>
            <pc:sldMk cId="70626599" sldId="258"/>
            <ac:graphicFrameMk id="5" creationId="{6A0702FB-8487-8473-DB2F-595D973000FF}"/>
          </ac:graphicFrameMkLst>
        </pc:graphicFrameChg>
      </pc:sldChg>
      <pc:sldChg chg="addSp delSp modSp new mod setBg">
        <pc:chgData name="Anil Pachar" userId="9f0dbec530d9f628" providerId="LiveId" clId="{FC3EA3F6-9318-41C3-BDE3-F6FF7C683437}" dt="2026-06-11T07:34:27.007" v="90" actId="26606"/>
        <pc:sldMkLst>
          <pc:docMk/>
          <pc:sldMk cId="559260784" sldId="259"/>
        </pc:sldMkLst>
        <pc:spChg chg="mod">
          <ac:chgData name="Anil Pachar" userId="9f0dbec530d9f628" providerId="LiveId" clId="{FC3EA3F6-9318-41C3-BDE3-F6FF7C683437}" dt="2026-06-11T07:34:27.007" v="90" actId="26606"/>
          <ac:spMkLst>
            <pc:docMk/>
            <pc:sldMk cId="559260784" sldId="259"/>
            <ac:spMk id="2" creationId="{279B2563-E9E6-3512-2B96-DE6318C5A5DD}"/>
          </ac:spMkLst>
        </pc:spChg>
        <pc:spChg chg="add del mod">
          <ac:chgData name="Anil Pachar" userId="9f0dbec530d9f628" providerId="LiveId" clId="{FC3EA3F6-9318-41C3-BDE3-F6FF7C683437}" dt="2026-06-11T07:34:27.007" v="90" actId="26606"/>
          <ac:spMkLst>
            <pc:docMk/>
            <pc:sldMk cId="559260784" sldId="259"/>
            <ac:spMk id="3" creationId="{BF2ADC41-B4D6-470E-3805-963F8451392C}"/>
          </ac:spMkLst>
        </pc:spChg>
        <pc:spChg chg="add">
          <ac:chgData name="Anil Pachar" userId="9f0dbec530d9f628" providerId="LiveId" clId="{FC3EA3F6-9318-41C3-BDE3-F6FF7C683437}" dt="2026-06-11T07:34:27.007" v="90" actId="26606"/>
          <ac:spMkLst>
            <pc:docMk/>
            <pc:sldMk cId="559260784" sldId="259"/>
            <ac:spMk id="9" creationId="{9DBC8166-481C-4473-95F5-9A5B9073B7F1}"/>
          </ac:spMkLst>
        </pc:spChg>
        <pc:spChg chg="add">
          <ac:chgData name="Anil Pachar" userId="9f0dbec530d9f628" providerId="LiveId" clId="{FC3EA3F6-9318-41C3-BDE3-F6FF7C683437}" dt="2026-06-11T07:34:27.007" v="90" actId="26606"/>
          <ac:spMkLst>
            <pc:docMk/>
            <pc:sldMk cId="559260784" sldId="259"/>
            <ac:spMk id="11" creationId="{A5A5CE6E-90AF-4D43-A014-1F9EC83EB93D}"/>
          </ac:spMkLst>
        </pc:spChg>
        <pc:graphicFrameChg chg="add del">
          <ac:chgData name="Anil Pachar" userId="9f0dbec530d9f628" providerId="LiveId" clId="{FC3EA3F6-9318-41C3-BDE3-F6FF7C683437}" dt="2026-06-11T07:34:26.967" v="89" actId="26606"/>
          <ac:graphicFrameMkLst>
            <pc:docMk/>
            <pc:sldMk cId="559260784" sldId="259"/>
            <ac:graphicFrameMk id="5" creationId="{B7369D98-13F9-35C4-4F59-C577BB8C3DAC}"/>
          </ac:graphicFrameMkLst>
        </pc:graphicFrameChg>
        <pc:graphicFrameChg chg="add">
          <ac:chgData name="Anil Pachar" userId="9f0dbec530d9f628" providerId="LiveId" clId="{FC3EA3F6-9318-41C3-BDE3-F6FF7C683437}" dt="2026-06-11T07:34:27.007" v="90" actId="26606"/>
          <ac:graphicFrameMkLst>
            <pc:docMk/>
            <pc:sldMk cId="559260784" sldId="259"/>
            <ac:graphicFrameMk id="7" creationId="{21ECDA6B-C349-4B7F-0706-9FA43341B7F9}"/>
          </ac:graphicFrameMkLst>
        </pc:graphicFrameChg>
      </pc:sldChg>
      <pc:sldChg chg="addSp delSp modSp new mod setBg modNotesTx">
        <pc:chgData name="Anil Pachar" userId="9f0dbec530d9f628" providerId="LiveId" clId="{FC3EA3F6-9318-41C3-BDE3-F6FF7C683437}" dt="2026-06-11T07:55:58.384" v="173" actId="26606"/>
        <pc:sldMkLst>
          <pc:docMk/>
          <pc:sldMk cId="4088423567" sldId="260"/>
        </pc:sldMkLst>
        <pc:spChg chg="mod">
          <ac:chgData name="Anil Pachar" userId="9f0dbec530d9f628" providerId="LiveId" clId="{FC3EA3F6-9318-41C3-BDE3-F6FF7C683437}" dt="2026-06-11T07:55:58.384" v="173" actId="26606"/>
          <ac:spMkLst>
            <pc:docMk/>
            <pc:sldMk cId="4088423567" sldId="260"/>
            <ac:spMk id="2" creationId="{7EE97D60-EE4B-7C9F-3B18-B1FB286F670C}"/>
          </ac:spMkLst>
        </pc:spChg>
        <pc:spChg chg="del">
          <ac:chgData name="Anil Pachar" userId="9f0dbec530d9f628" providerId="LiveId" clId="{FC3EA3F6-9318-41C3-BDE3-F6FF7C683437}" dt="2026-06-11T07:31:57.466" v="86" actId="931"/>
          <ac:spMkLst>
            <pc:docMk/>
            <pc:sldMk cId="4088423567" sldId="260"/>
            <ac:spMk id="3" creationId="{FA0CB32D-45C6-2418-C57A-FD9D32F4105F}"/>
          </ac:spMkLst>
        </pc:spChg>
        <pc:spChg chg="add del">
          <ac:chgData name="Anil Pachar" userId="9f0dbec530d9f628" providerId="LiveId" clId="{FC3EA3F6-9318-41C3-BDE3-F6FF7C683437}" dt="2026-06-11T07:40:53.439" v="112" actId="26606"/>
          <ac:spMkLst>
            <pc:docMk/>
            <pc:sldMk cId="4088423567" sldId="260"/>
            <ac:spMk id="10" creationId="{A4AC5506-6312-4701-8D3C-40187889A947}"/>
          </ac:spMkLst>
        </pc:spChg>
        <pc:spChg chg="add mod">
          <ac:chgData name="Anil Pachar" userId="9f0dbec530d9f628" providerId="LiveId" clId="{FC3EA3F6-9318-41C3-BDE3-F6FF7C683437}" dt="2026-06-11T07:55:58.384" v="173" actId="26606"/>
          <ac:spMkLst>
            <pc:docMk/>
            <pc:sldMk cId="4088423567" sldId="260"/>
            <ac:spMk id="14" creationId="{93310DC1-6EF7-9F6A-02D6-CFCCD91665A0}"/>
          </ac:spMkLst>
        </pc:spChg>
        <pc:spChg chg="add del">
          <ac:chgData name="Anil Pachar" userId="9f0dbec530d9f628" providerId="LiveId" clId="{FC3EA3F6-9318-41C3-BDE3-F6FF7C683437}" dt="2026-06-11T07:55:58.384" v="173" actId="26606"/>
          <ac:spMkLst>
            <pc:docMk/>
            <pc:sldMk cId="4088423567" sldId="260"/>
            <ac:spMk id="17" creationId="{C3896A03-3945-419A-B66B-4EE266EDD152}"/>
          </ac:spMkLst>
        </pc:spChg>
        <pc:spChg chg="add del">
          <ac:chgData name="Anil Pachar" userId="9f0dbec530d9f628" providerId="LiveId" clId="{FC3EA3F6-9318-41C3-BDE3-F6FF7C683437}" dt="2026-06-11T07:55:58.384" v="173" actId="26606"/>
          <ac:spMkLst>
            <pc:docMk/>
            <pc:sldMk cId="4088423567" sldId="260"/>
            <ac:spMk id="19" creationId="{B34F5AD2-EDBD-4BBD-A55C-EAFFD0C7097A}"/>
          </ac:spMkLst>
        </pc:spChg>
        <pc:spChg chg="add del">
          <ac:chgData name="Anil Pachar" userId="9f0dbec530d9f628" providerId="LiveId" clId="{FC3EA3F6-9318-41C3-BDE3-F6FF7C683437}" dt="2026-06-11T07:55:58.384" v="173" actId="26606"/>
          <ac:spMkLst>
            <pc:docMk/>
            <pc:sldMk cId="4088423567" sldId="260"/>
            <ac:spMk id="21" creationId="{450D3AD2-FA80-415F-A9CE-54D884561CD7}"/>
          </ac:spMkLst>
        </pc:spChg>
        <pc:spChg chg="add del">
          <ac:chgData name="Anil Pachar" userId="9f0dbec530d9f628" providerId="LiveId" clId="{FC3EA3F6-9318-41C3-BDE3-F6FF7C683437}" dt="2026-06-11T07:55:58.373" v="172" actId="26606"/>
          <ac:spMkLst>
            <pc:docMk/>
            <pc:sldMk cId="4088423567" sldId="260"/>
            <ac:spMk id="26" creationId="{A8908DB7-C3A6-4FCB-9820-CEE02B398C4A}"/>
          </ac:spMkLst>
        </pc:spChg>
        <pc:spChg chg="add del">
          <ac:chgData name="Anil Pachar" userId="9f0dbec530d9f628" providerId="LiveId" clId="{FC3EA3F6-9318-41C3-BDE3-F6FF7C683437}" dt="2026-06-11T07:55:58.373" v="172" actId="26606"/>
          <ac:spMkLst>
            <pc:docMk/>
            <pc:sldMk cId="4088423567" sldId="260"/>
            <ac:spMk id="28" creationId="{535742DD-1B16-4E9D-B715-0D74B4574A68}"/>
          </ac:spMkLst>
        </pc:spChg>
        <pc:spChg chg="add">
          <ac:chgData name="Anil Pachar" userId="9f0dbec530d9f628" providerId="LiveId" clId="{FC3EA3F6-9318-41C3-BDE3-F6FF7C683437}" dt="2026-06-11T07:55:58.384" v="173" actId="26606"/>
          <ac:spMkLst>
            <pc:docMk/>
            <pc:sldMk cId="4088423567" sldId="260"/>
            <ac:spMk id="30" creationId="{2B97F24A-32CE-4C1C-A50D-3016B394DCFB}"/>
          </ac:spMkLst>
        </pc:spChg>
        <pc:spChg chg="add">
          <ac:chgData name="Anil Pachar" userId="9f0dbec530d9f628" providerId="LiveId" clId="{FC3EA3F6-9318-41C3-BDE3-F6FF7C683437}" dt="2026-06-11T07:55:58.384" v="173" actId="26606"/>
          <ac:spMkLst>
            <pc:docMk/>
            <pc:sldMk cId="4088423567" sldId="260"/>
            <ac:spMk id="31" creationId="{CD8B4F24-440B-49E9-B85D-733523DC064B}"/>
          </ac:spMkLst>
        </pc:spChg>
        <pc:picChg chg="add mod ord">
          <ac:chgData name="Anil Pachar" userId="9f0dbec530d9f628" providerId="LiveId" clId="{FC3EA3F6-9318-41C3-BDE3-F6FF7C683437}" dt="2026-06-11T07:55:58.384" v="173" actId="26606"/>
          <ac:picMkLst>
            <pc:docMk/>
            <pc:sldMk cId="4088423567" sldId="260"/>
            <ac:picMk id="5" creationId="{30D0C1AC-B96D-053D-AD3C-5EC87D07B8DA}"/>
          </ac:picMkLst>
        </pc:picChg>
      </pc:sldChg>
      <pc:sldChg chg="addSp delSp modSp new mod setBg">
        <pc:chgData name="Anil Pachar" userId="9f0dbec530d9f628" providerId="LiveId" clId="{FC3EA3F6-9318-41C3-BDE3-F6FF7C683437}" dt="2026-06-11T07:56:22.918" v="174" actId="26606"/>
        <pc:sldMkLst>
          <pc:docMk/>
          <pc:sldMk cId="4100719745" sldId="261"/>
        </pc:sldMkLst>
        <pc:spChg chg="mod">
          <ac:chgData name="Anil Pachar" userId="9f0dbec530d9f628" providerId="LiveId" clId="{FC3EA3F6-9318-41C3-BDE3-F6FF7C683437}" dt="2026-06-11T07:56:22.918" v="174" actId="26606"/>
          <ac:spMkLst>
            <pc:docMk/>
            <pc:sldMk cId="4100719745" sldId="261"/>
            <ac:spMk id="2" creationId="{A608D996-AE41-0637-D99C-251C7B75185B}"/>
          </ac:spMkLst>
        </pc:spChg>
        <pc:spChg chg="del mod">
          <ac:chgData name="Anil Pachar" userId="9f0dbec530d9f628" providerId="LiveId" clId="{FC3EA3F6-9318-41C3-BDE3-F6FF7C683437}" dt="2026-06-11T07:43:54.255" v="133" actId="931"/>
          <ac:spMkLst>
            <pc:docMk/>
            <pc:sldMk cId="4100719745" sldId="261"/>
            <ac:spMk id="3" creationId="{568D7BF6-6C11-2D78-C6C7-CC66F3F5A6CE}"/>
          </ac:spMkLst>
        </pc:spChg>
        <pc:spChg chg="add del">
          <ac:chgData name="Anil Pachar" userId="9f0dbec530d9f628" providerId="LiveId" clId="{FC3EA3F6-9318-41C3-BDE3-F6FF7C683437}" dt="2026-06-11T07:49:25.090" v="139" actId="26606"/>
          <ac:spMkLst>
            <pc:docMk/>
            <pc:sldMk cId="4100719745" sldId="261"/>
            <ac:spMk id="10" creationId="{A8384FB5-9ADC-4DDC-881B-597D56F5B15D}"/>
          </ac:spMkLst>
        </pc:spChg>
        <pc:spChg chg="add del">
          <ac:chgData name="Anil Pachar" userId="9f0dbec530d9f628" providerId="LiveId" clId="{FC3EA3F6-9318-41C3-BDE3-F6FF7C683437}" dt="2026-06-11T07:49:25.090" v="139" actId="26606"/>
          <ac:spMkLst>
            <pc:docMk/>
            <pc:sldMk cId="4100719745" sldId="261"/>
            <ac:spMk id="12" creationId="{1199E1B1-A8C0-4FE8-A5A8-1CB41D69F857}"/>
          </ac:spMkLst>
        </pc:spChg>
        <pc:spChg chg="add del">
          <ac:chgData name="Anil Pachar" userId="9f0dbec530d9f628" providerId="LiveId" clId="{FC3EA3F6-9318-41C3-BDE3-F6FF7C683437}" dt="2026-06-11T07:49:25.090" v="139" actId="26606"/>
          <ac:spMkLst>
            <pc:docMk/>
            <pc:sldMk cId="4100719745" sldId="261"/>
            <ac:spMk id="14" creationId="{84A8DE83-DE75-4B41-9DB4-A7EC0B0DEC0B}"/>
          </ac:spMkLst>
        </pc:spChg>
        <pc:spChg chg="add del">
          <ac:chgData name="Anil Pachar" userId="9f0dbec530d9f628" providerId="LiveId" clId="{FC3EA3F6-9318-41C3-BDE3-F6FF7C683437}" dt="2026-06-11T07:49:25.090" v="139" actId="26606"/>
          <ac:spMkLst>
            <pc:docMk/>
            <pc:sldMk cId="4100719745" sldId="261"/>
            <ac:spMk id="16" creationId="{A7009A0A-BEF5-4EAC-AF15-E4F9F002E239}"/>
          </ac:spMkLst>
        </pc:spChg>
        <pc:spChg chg="del">
          <ac:chgData name="Anil Pachar" userId="9f0dbec530d9f628" providerId="LiveId" clId="{FC3EA3F6-9318-41C3-BDE3-F6FF7C683437}" dt="2026-06-11T07:56:22.918" v="174" actId="26606"/>
          <ac:spMkLst>
            <pc:docMk/>
            <pc:sldMk cId="4100719745" sldId="261"/>
            <ac:spMk id="18" creationId="{D7A453D2-15D8-4403-815F-291FA16340D9}"/>
          </ac:spMkLst>
        </pc:spChg>
        <pc:spChg chg="add del">
          <ac:chgData name="Anil Pachar" userId="9f0dbec530d9f628" providerId="LiveId" clId="{FC3EA3F6-9318-41C3-BDE3-F6FF7C683437}" dt="2026-06-11T07:56:22.918" v="174" actId="26606"/>
          <ac:spMkLst>
            <pc:docMk/>
            <pc:sldMk cId="4100719745" sldId="261"/>
            <ac:spMk id="19" creationId="{8161EA6B-09CA-445B-AB0D-8DF76FA92DEF}"/>
          </ac:spMkLst>
        </pc:spChg>
        <pc:spChg chg="add del">
          <ac:chgData name="Anil Pachar" userId="9f0dbec530d9f628" providerId="LiveId" clId="{FC3EA3F6-9318-41C3-BDE3-F6FF7C683437}" dt="2026-06-11T07:48:41.776" v="138" actId="26606"/>
          <ac:spMkLst>
            <pc:docMk/>
            <pc:sldMk cId="4100719745" sldId="261"/>
            <ac:spMk id="20" creationId="{7DA7136D-2F60-0FF4-E85E-6D2F2BCD031E}"/>
          </ac:spMkLst>
        </pc:spChg>
        <pc:spChg chg="add mod">
          <ac:chgData name="Anil Pachar" userId="9f0dbec530d9f628" providerId="LiveId" clId="{FC3EA3F6-9318-41C3-BDE3-F6FF7C683437}" dt="2026-06-11T07:56:22.918" v="174" actId="26606"/>
          <ac:spMkLst>
            <pc:docMk/>
            <pc:sldMk cId="4100719745" sldId="261"/>
            <ac:spMk id="22" creationId="{9B541A6C-7D35-00B9-0A45-1BAB2284BF39}"/>
          </ac:spMkLst>
        </pc:spChg>
        <pc:spChg chg="add del">
          <ac:chgData name="Anil Pachar" userId="9f0dbec530d9f628" providerId="LiveId" clId="{FC3EA3F6-9318-41C3-BDE3-F6FF7C683437}" dt="2026-06-11T07:48:41.776" v="138" actId="26606"/>
          <ac:spMkLst>
            <pc:docMk/>
            <pc:sldMk cId="4100719745" sldId="261"/>
            <ac:spMk id="23" creationId="{73AD41DB-DF9F-49BC-85AE-6AB1840AD517}"/>
          </ac:spMkLst>
        </pc:spChg>
        <pc:spChg chg="add del">
          <ac:chgData name="Anil Pachar" userId="9f0dbec530d9f628" providerId="LiveId" clId="{FC3EA3F6-9318-41C3-BDE3-F6FF7C683437}" dt="2026-06-11T07:56:22.918" v="174" actId="26606"/>
          <ac:spMkLst>
            <pc:docMk/>
            <pc:sldMk cId="4100719745" sldId="261"/>
            <ac:spMk id="35" creationId="{B8114C98-A349-4111-A123-E8EAB86ABE30}"/>
          </ac:spMkLst>
        </pc:spChg>
        <pc:spChg chg="add del">
          <ac:chgData name="Anil Pachar" userId="9f0dbec530d9f628" providerId="LiveId" clId="{FC3EA3F6-9318-41C3-BDE3-F6FF7C683437}" dt="2026-06-11T07:56:22.918" v="174" actId="26606"/>
          <ac:spMkLst>
            <pc:docMk/>
            <pc:sldMk cId="4100719745" sldId="261"/>
            <ac:spMk id="43" creationId="{E2D3D3F2-ABBB-4453-B1C5-1BEBF7E4DD56}"/>
          </ac:spMkLst>
        </pc:spChg>
        <pc:spChg chg="add del">
          <ac:chgData name="Anil Pachar" userId="9f0dbec530d9f628" providerId="LiveId" clId="{FC3EA3F6-9318-41C3-BDE3-F6FF7C683437}" dt="2026-06-11T07:56:22.918" v="174" actId="26606"/>
          <ac:spMkLst>
            <pc:docMk/>
            <pc:sldMk cId="4100719745" sldId="261"/>
            <ac:spMk id="57" creationId="{773AEA78-C03B-40B7-9D11-DC022119D577}"/>
          </ac:spMkLst>
        </pc:spChg>
        <pc:spChg chg="add">
          <ac:chgData name="Anil Pachar" userId="9f0dbec530d9f628" providerId="LiveId" clId="{FC3EA3F6-9318-41C3-BDE3-F6FF7C683437}" dt="2026-06-11T07:56:22.918" v="174" actId="26606"/>
          <ac:spMkLst>
            <pc:docMk/>
            <pc:sldMk cId="4100719745" sldId="261"/>
            <ac:spMk id="62" creationId="{2B97F24A-32CE-4C1C-A50D-3016B394DCFB}"/>
          </ac:spMkLst>
        </pc:spChg>
        <pc:spChg chg="add">
          <ac:chgData name="Anil Pachar" userId="9f0dbec530d9f628" providerId="LiveId" clId="{FC3EA3F6-9318-41C3-BDE3-F6FF7C683437}" dt="2026-06-11T07:56:22.918" v="174" actId="26606"/>
          <ac:spMkLst>
            <pc:docMk/>
            <pc:sldMk cId="4100719745" sldId="261"/>
            <ac:spMk id="64" creationId="{6357EC4F-235E-4222-A36F-C7878ACE37F2}"/>
          </ac:spMkLst>
        </pc:spChg>
        <pc:grpChg chg="add del">
          <ac:chgData name="Anil Pachar" userId="9f0dbec530d9f628" providerId="LiveId" clId="{FC3EA3F6-9318-41C3-BDE3-F6FF7C683437}" dt="2026-06-11T07:48:41.776" v="138" actId="26606"/>
          <ac:grpSpMkLst>
            <pc:docMk/>
            <pc:sldMk cId="4100719745" sldId="261"/>
            <ac:grpSpMk id="25" creationId="{A4AE1828-51FD-4AD7-BCF6-9AF5C696CE5D}"/>
          </ac:grpSpMkLst>
        </pc:grpChg>
        <pc:picChg chg="add mod ord">
          <ac:chgData name="Anil Pachar" userId="9f0dbec530d9f628" providerId="LiveId" clId="{FC3EA3F6-9318-41C3-BDE3-F6FF7C683437}" dt="2026-06-11T07:56:22.918" v="174" actId="26606"/>
          <ac:picMkLst>
            <pc:docMk/>
            <pc:sldMk cId="4100719745" sldId="261"/>
            <ac:picMk id="5" creationId="{FCC353C8-A5EA-0FBE-18BF-B32317804E1E}"/>
          </ac:picMkLst>
        </pc:picChg>
      </pc:sldChg>
      <pc:sldChg chg="addSp delSp modSp new mod setBg">
        <pc:chgData name="Anil Pachar" userId="9f0dbec530d9f628" providerId="LiveId" clId="{FC3EA3F6-9318-41C3-BDE3-F6FF7C683437}" dt="2026-06-11T07:56:27.458" v="175" actId="26606"/>
        <pc:sldMkLst>
          <pc:docMk/>
          <pc:sldMk cId="4028276740" sldId="262"/>
        </pc:sldMkLst>
        <pc:spChg chg="mod">
          <ac:chgData name="Anil Pachar" userId="9f0dbec530d9f628" providerId="LiveId" clId="{FC3EA3F6-9318-41C3-BDE3-F6FF7C683437}" dt="2026-06-11T07:56:27.458" v="175" actId="26606"/>
          <ac:spMkLst>
            <pc:docMk/>
            <pc:sldMk cId="4028276740" sldId="262"/>
            <ac:spMk id="2" creationId="{E33F41EB-98A9-2D67-49B9-935FA24B1915}"/>
          </ac:spMkLst>
        </pc:spChg>
        <pc:spChg chg="del">
          <ac:chgData name="Anil Pachar" userId="9f0dbec530d9f628" providerId="LiveId" clId="{FC3EA3F6-9318-41C3-BDE3-F6FF7C683437}" dt="2026-06-11T07:52:54.691" v="156" actId="931"/>
          <ac:spMkLst>
            <pc:docMk/>
            <pc:sldMk cId="4028276740" sldId="262"/>
            <ac:spMk id="3" creationId="{3596E8A3-BB75-EEEF-1726-68021B66CEAC}"/>
          </ac:spMkLst>
        </pc:spChg>
        <pc:spChg chg="add mod">
          <ac:chgData name="Anil Pachar" userId="9f0dbec530d9f628" providerId="LiveId" clId="{FC3EA3F6-9318-41C3-BDE3-F6FF7C683437}" dt="2026-06-11T07:56:27.458" v="175" actId="26606"/>
          <ac:spMkLst>
            <pc:docMk/>
            <pc:sldMk cId="4028276740" sldId="262"/>
            <ac:spMk id="9" creationId="{974E699A-B037-B906-923B-37A8BA3924BD}"/>
          </ac:spMkLst>
        </pc:spChg>
        <pc:spChg chg="add del">
          <ac:chgData name="Anil Pachar" userId="9f0dbec530d9f628" providerId="LiveId" clId="{FC3EA3F6-9318-41C3-BDE3-F6FF7C683437}" dt="2026-06-11T07:56:27.458" v="175" actId="26606"/>
          <ac:spMkLst>
            <pc:docMk/>
            <pc:sldMk cId="4028276740" sldId="262"/>
            <ac:spMk id="12" creationId="{D7A453D2-15D8-4403-815F-291FA16340D9}"/>
          </ac:spMkLst>
        </pc:spChg>
        <pc:spChg chg="add del">
          <ac:chgData name="Anil Pachar" userId="9f0dbec530d9f628" providerId="LiveId" clId="{FC3EA3F6-9318-41C3-BDE3-F6FF7C683437}" dt="2026-06-11T07:56:27.458" v="175" actId="26606"/>
          <ac:spMkLst>
            <pc:docMk/>
            <pc:sldMk cId="4028276740" sldId="262"/>
            <ac:spMk id="14" creationId="{8161EA6B-09CA-445B-AB0D-8DF76FA92DEF}"/>
          </ac:spMkLst>
        </pc:spChg>
        <pc:spChg chg="add del">
          <ac:chgData name="Anil Pachar" userId="9f0dbec530d9f628" providerId="LiveId" clId="{FC3EA3F6-9318-41C3-BDE3-F6FF7C683437}" dt="2026-06-11T07:56:27.458" v="175" actId="26606"/>
          <ac:spMkLst>
            <pc:docMk/>
            <pc:sldMk cId="4028276740" sldId="262"/>
            <ac:spMk id="24" creationId="{B8114C98-A349-4111-A123-E8EAB86ABE30}"/>
          </ac:spMkLst>
        </pc:spChg>
        <pc:spChg chg="add del">
          <ac:chgData name="Anil Pachar" userId="9f0dbec530d9f628" providerId="LiveId" clId="{FC3EA3F6-9318-41C3-BDE3-F6FF7C683437}" dt="2026-06-11T07:56:27.458" v="175" actId="26606"/>
          <ac:spMkLst>
            <pc:docMk/>
            <pc:sldMk cId="4028276740" sldId="262"/>
            <ac:spMk id="32" creationId="{E2D3D3F2-ABBB-4453-B1C5-1BEBF7E4DD56}"/>
          </ac:spMkLst>
        </pc:spChg>
        <pc:spChg chg="add del">
          <ac:chgData name="Anil Pachar" userId="9f0dbec530d9f628" providerId="LiveId" clId="{FC3EA3F6-9318-41C3-BDE3-F6FF7C683437}" dt="2026-06-11T07:56:27.458" v="175" actId="26606"/>
          <ac:spMkLst>
            <pc:docMk/>
            <pc:sldMk cId="4028276740" sldId="262"/>
            <ac:spMk id="46" creationId="{773AEA78-C03B-40B7-9D11-DC022119D577}"/>
          </ac:spMkLst>
        </pc:spChg>
        <pc:spChg chg="add">
          <ac:chgData name="Anil Pachar" userId="9f0dbec530d9f628" providerId="LiveId" clId="{FC3EA3F6-9318-41C3-BDE3-F6FF7C683437}" dt="2026-06-11T07:56:27.458" v="175" actId="26606"/>
          <ac:spMkLst>
            <pc:docMk/>
            <pc:sldMk cId="4028276740" sldId="262"/>
            <ac:spMk id="51" creationId="{2B97F24A-32CE-4C1C-A50D-3016B394DCFB}"/>
          </ac:spMkLst>
        </pc:spChg>
        <pc:spChg chg="add">
          <ac:chgData name="Anil Pachar" userId="9f0dbec530d9f628" providerId="LiveId" clId="{FC3EA3F6-9318-41C3-BDE3-F6FF7C683437}" dt="2026-06-11T07:56:27.458" v="175" actId="26606"/>
          <ac:spMkLst>
            <pc:docMk/>
            <pc:sldMk cId="4028276740" sldId="262"/>
            <ac:spMk id="53" creationId="{6357EC4F-235E-4222-A36F-C7878ACE37F2}"/>
          </ac:spMkLst>
        </pc:spChg>
        <pc:grpChg chg="add">
          <ac:chgData name="Anil Pachar" userId="9f0dbec530d9f628" providerId="LiveId" clId="{FC3EA3F6-9318-41C3-BDE3-F6FF7C683437}" dt="2026-06-11T07:53:23.258" v="157" actId="26606"/>
          <ac:grpSpMkLst>
            <pc:docMk/>
            <pc:sldMk cId="4028276740" sldId="262"/>
            <ac:grpSpMk id="34" creationId="{8214E4A5-A0D2-42C4-8D14-D2A7E495F041}"/>
          </ac:grpSpMkLst>
        </pc:grpChg>
        <pc:grpChg chg="add">
          <ac:chgData name="Anil Pachar" userId="9f0dbec530d9f628" providerId="LiveId" clId="{FC3EA3F6-9318-41C3-BDE3-F6FF7C683437}" dt="2026-06-11T07:53:23.258" v="157" actId="26606"/>
          <ac:grpSpMkLst>
            <pc:docMk/>
            <pc:sldMk cId="4028276740" sldId="262"/>
            <ac:grpSpMk id="40" creationId="{1F4E1649-4D1F-4A91-AF97-A254BFDD524D}"/>
          </ac:grpSpMkLst>
        </pc:grpChg>
        <pc:picChg chg="add mod ord">
          <ac:chgData name="Anil Pachar" userId="9f0dbec530d9f628" providerId="LiveId" clId="{FC3EA3F6-9318-41C3-BDE3-F6FF7C683437}" dt="2026-06-11T07:56:27.458" v="175" actId="26606"/>
          <ac:picMkLst>
            <pc:docMk/>
            <pc:sldMk cId="4028276740" sldId="262"/>
            <ac:picMk id="5" creationId="{BF1DB73E-BD83-301F-77C8-17699CC7624E}"/>
          </ac:picMkLst>
        </pc:picChg>
      </pc:sldChg>
      <pc:sldChg chg="addSp delSp modSp add mod">
        <pc:chgData name="Anil Pachar" userId="9f0dbec530d9f628" providerId="LiveId" clId="{FC3EA3F6-9318-41C3-BDE3-F6FF7C683437}" dt="2026-06-11T08:01:44.407" v="195" actId="1076"/>
        <pc:sldMkLst>
          <pc:docMk/>
          <pc:sldMk cId="2108340169" sldId="263"/>
        </pc:sldMkLst>
        <pc:spChg chg="mod">
          <ac:chgData name="Anil Pachar" userId="9f0dbec530d9f628" providerId="LiveId" clId="{FC3EA3F6-9318-41C3-BDE3-F6FF7C683437}" dt="2026-06-11T08:01:04.446" v="192" actId="26606"/>
          <ac:spMkLst>
            <pc:docMk/>
            <pc:sldMk cId="2108340169" sldId="263"/>
            <ac:spMk id="2" creationId="{1C51DD76-EE50-7A21-9D27-D8E4A34BC539}"/>
          </ac:spMkLst>
        </pc:spChg>
        <pc:spChg chg="mod">
          <ac:chgData name="Anil Pachar" userId="9f0dbec530d9f628" providerId="LiveId" clId="{FC3EA3F6-9318-41C3-BDE3-F6FF7C683437}" dt="2026-06-11T08:01:28.281" v="194" actId="14100"/>
          <ac:spMkLst>
            <pc:docMk/>
            <pc:sldMk cId="2108340169" sldId="263"/>
            <ac:spMk id="9" creationId="{392D0DAE-83DE-AA84-0D0F-1F12CDDB711D}"/>
          </ac:spMkLst>
        </pc:spChg>
        <pc:spChg chg="del">
          <ac:chgData name="Anil Pachar" userId="9f0dbec530d9f628" providerId="LiveId" clId="{FC3EA3F6-9318-41C3-BDE3-F6FF7C683437}" dt="2026-06-11T08:01:04.446" v="192" actId="26606"/>
          <ac:spMkLst>
            <pc:docMk/>
            <pc:sldMk cId="2108340169" sldId="263"/>
            <ac:spMk id="51" creationId="{F64E7672-08C2-D5B0-B709-6EDC45D2772A}"/>
          </ac:spMkLst>
        </pc:spChg>
        <pc:spChg chg="del">
          <ac:chgData name="Anil Pachar" userId="9f0dbec530d9f628" providerId="LiveId" clId="{FC3EA3F6-9318-41C3-BDE3-F6FF7C683437}" dt="2026-06-11T08:01:04.446" v="192" actId="26606"/>
          <ac:spMkLst>
            <pc:docMk/>
            <pc:sldMk cId="2108340169" sldId="263"/>
            <ac:spMk id="53" creationId="{7B619CD5-633B-852D-E291-68F886946B5F}"/>
          </ac:spMkLst>
        </pc:spChg>
        <pc:spChg chg="add">
          <ac:chgData name="Anil Pachar" userId="9f0dbec530d9f628" providerId="LiveId" clId="{FC3EA3F6-9318-41C3-BDE3-F6FF7C683437}" dt="2026-06-11T08:01:04.446" v="192" actId="26606"/>
          <ac:spMkLst>
            <pc:docMk/>
            <pc:sldMk cId="2108340169" sldId="263"/>
            <ac:spMk id="58" creationId="{32AEEBC8-9D30-42EF-95F2-386C2653FBF0}"/>
          </ac:spMkLst>
        </pc:spChg>
        <pc:spChg chg="add">
          <ac:chgData name="Anil Pachar" userId="9f0dbec530d9f628" providerId="LiveId" clId="{FC3EA3F6-9318-41C3-BDE3-F6FF7C683437}" dt="2026-06-11T08:01:04.446" v="192" actId="26606"/>
          <ac:spMkLst>
            <pc:docMk/>
            <pc:sldMk cId="2108340169" sldId="263"/>
            <ac:spMk id="60" creationId="{2E92FA66-67D7-4CB4-94D3-E643A9AD4757}"/>
          </ac:spMkLst>
        </pc:spChg>
        <pc:picChg chg="mod">
          <ac:chgData name="Anil Pachar" userId="9f0dbec530d9f628" providerId="LiveId" clId="{FC3EA3F6-9318-41C3-BDE3-F6FF7C683437}" dt="2026-06-11T08:01:44.407" v="195" actId="1076"/>
          <ac:picMkLst>
            <pc:docMk/>
            <pc:sldMk cId="2108340169" sldId="263"/>
            <ac:picMk id="5" creationId="{922F354A-0CF9-23E3-D035-E6F00A8D9DA6}"/>
          </ac:picMkLst>
        </pc:picChg>
      </pc:sldChg>
      <pc:sldChg chg="addSp delSp modSp add mod">
        <pc:chgData name="Anil Pachar" userId="9f0dbec530d9f628" providerId="LiveId" clId="{FC3EA3F6-9318-41C3-BDE3-F6FF7C683437}" dt="2026-06-11T08:04:35.543" v="223" actId="14100"/>
        <pc:sldMkLst>
          <pc:docMk/>
          <pc:sldMk cId="124190568" sldId="264"/>
        </pc:sldMkLst>
        <pc:spChg chg="mod">
          <ac:chgData name="Anil Pachar" userId="9f0dbec530d9f628" providerId="LiveId" clId="{FC3EA3F6-9318-41C3-BDE3-F6FF7C683437}" dt="2026-06-11T08:04:03.218" v="218" actId="26606"/>
          <ac:spMkLst>
            <pc:docMk/>
            <pc:sldMk cId="124190568" sldId="264"/>
            <ac:spMk id="2" creationId="{F323C1DF-F1DE-1859-9C1A-9E8DD6BB1398}"/>
          </ac:spMkLst>
        </pc:spChg>
        <pc:spChg chg="mod">
          <ac:chgData name="Anil Pachar" userId="9f0dbec530d9f628" providerId="LiveId" clId="{FC3EA3F6-9318-41C3-BDE3-F6FF7C683437}" dt="2026-06-11T08:04:03.218" v="218" actId="26606"/>
          <ac:spMkLst>
            <pc:docMk/>
            <pc:sldMk cId="124190568" sldId="264"/>
            <ac:spMk id="9" creationId="{863ABA42-B85D-7828-29E2-C0FAF18BB14D}"/>
          </ac:spMkLst>
        </pc:spChg>
        <pc:spChg chg="del">
          <ac:chgData name="Anil Pachar" userId="9f0dbec530d9f628" providerId="LiveId" clId="{FC3EA3F6-9318-41C3-BDE3-F6FF7C683437}" dt="2026-06-11T08:04:03.218" v="218" actId="26606"/>
          <ac:spMkLst>
            <pc:docMk/>
            <pc:sldMk cId="124190568" sldId="264"/>
            <ac:spMk id="58" creationId="{6FC64334-1668-2743-E3F4-746B13E725EB}"/>
          </ac:spMkLst>
        </pc:spChg>
        <pc:spChg chg="del">
          <ac:chgData name="Anil Pachar" userId="9f0dbec530d9f628" providerId="LiveId" clId="{FC3EA3F6-9318-41C3-BDE3-F6FF7C683437}" dt="2026-06-11T08:04:03.218" v="218" actId="26606"/>
          <ac:spMkLst>
            <pc:docMk/>
            <pc:sldMk cId="124190568" sldId="264"/>
            <ac:spMk id="60" creationId="{D854DA54-7275-21A8-F261-ECF08DD20230}"/>
          </ac:spMkLst>
        </pc:spChg>
        <pc:spChg chg="add">
          <ac:chgData name="Anil Pachar" userId="9f0dbec530d9f628" providerId="LiveId" clId="{FC3EA3F6-9318-41C3-BDE3-F6FF7C683437}" dt="2026-06-11T08:04:03.218" v="218" actId="26606"/>
          <ac:spMkLst>
            <pc:docMk/>
            <pc:sldMk cId="124190568" sldId="264"/>
            <ac:spMk id="65" creationId="{2B97F24A-32CE-4C1C-A50D-3016B394DCFB}"/>
          </ac:spMkLst>
        </pc:spChg>
        <pc:spChg chg="add">
          <ac:chgData name="Anil Pachar" userId="9f0dbec530d9f628" providerId="LiveId" clId="{FC3EA3F6-9318-41C3-BDE3-F6FF7C683437}" dt="2026-06-11T08:04:03.218" v="218" actId="26606"/>
          <ac:spMkLst>
            <pc:docMk/>
            <pc:sldMk cId="124190568" sldId="264"/>
            <ac:spMk id="67" creationId="{6357EC4F-235E-4222-A36F-C7878ACE37F2}"/>
          </ac:spMkLst>
        </pc:spChg>
        <pc:picChg chg="mod">
          <ac:chgData name="Anil Pachar" userId="9f0dbec530d9f628" providerId="LiveId" clId="{FC3EA3F6-9318-41C3-BDE3-F6FF7C683437}" dt="2026-06-11T08:04:35.543" v="223" actId="14100"/>
          <ac:picMkLst>
            <pc:docMk/>
            <pc:sldMk cId="124190568" sldId="264"/>
            <ac:picMk id="5" creationId="{5AA02EF9-660E-4C10-838C-4155B3E0399A}"/>
          </ac:picMkLst>
        </pc:picChg>
      </pc:sldChg>
      <pc:sldChg chg="new del">
        <pc:chgData name="Anil Pachar" userId="9f0dbec530d9f628" providerId="LiveId" clId="{FC3EA3F6-9318-41C3-BDE3-F6FF7C683437}" dt="2026-06-11T08:29:39.821" v="236" actId="2696"/>
        <pc:sldMkLst>
          <pc:docMk/>
          <pc:sldMk cId="231393103" sldId="265"/>
        </pc:sldMkLst>
      </pc:sldChg>
      <pc:sldChg chg="addSp delSp modSp add mod">
        <pc:chgData name="Anil Pachar" userId="9f0dbec530d9f628" providerId="LiveId" clId="{FC3EA3F6-9318-41C3-BDE3-F6FF7C683437}" dt="2026-06-11T08:08:05.258" v="235" actId="14100"/>
        <pc:sldMkLst>
          <pc:docMk/>
          <pc:sldMk cId="1503533409" sldId="266"/>
        </pc:sldMkLst>
        <pc:spChg chg="mod">
          <ac:chgData name="Anil Pachar" userId="9f0dbec530d9f628" providerId="LiveId" clId="{FC3EA3F6-9318-41C3-BDE3-F6FF7C683437}" dt="2026-06-11T08:07:18.097" v="230" actId="26606"/>
          <ac:spMkLst>
            <pc:docMk/>
            <pc:sldMk cId="1503533409" sldId="266"/>
            <ac:spMk id="2" creationId="{7E5B6A0D-414E-E8DA-24AE-F1714C4E279A}"/>
          </ac:spMkLst>
        </pc:spChg>
        <pc:spChg chg="mod">
          <ac:chgData name="Anil Pachar" userId="9f0dbec530d9f628" providerId="LiveId" clId="{FC3EA3F6-9318-41C3-BDE3-F6FF7C683437}" dt="2026-06-11T08:06:52.586" v="229"/>
          <ac:spMkLst>
            <pc:docMk/>
            <pc:sldMk cId="1503533409" sldId="266"/>
            <ac:spMk id="9" creationId="{56DED9CA-CFD6-DF1E-1B2F-F0DE659A8963}"/>
          </ac:spMkLst>
        </pc:spChg>
        <pc:spChg chg="del">
          <ac:chgData name="Anil Pachar" userId="9f0dbec530d9f628" providerId="LiveId" clId="{FC3EA3F6-9318-41C3-BDE3-F6FF7C683437}" dt="2026-06-11T08:07:18.097" v="230" actId="26606"/>
          <ac:spMkLst>
            <pc:docMk/>
            <pc:sldMk cId="1503533409" sldId="266"/>
            <ac:spMk id="65" creationId="{D5CCF6C2-F9A6-B48F-CCFD-DD1AA43840DF}"/>
          </ac:spMkLst>
        </pc:spChg>
        <pc:spChg chg="del">
          <ac:chgData name="Anil Pachar" userId="9f0dbec530d9f628" providerId="LiveId" clId="{FC3EA3F6-9318-41C3-BDE3-F6FF7C683437}" dt="2026-06-11T08:07:18.097" v="230" actId="26606"/>
          <ac:spMkLst>
            <pc:docMk/>
            <pc:sldMk cId="1503533409" sldId="266"/>
            <ac:spMk id="67" creationId="{9B408309-2F48-F764-6F27-A3A2ABEFB6F8}"/>
          </ac:spMkLst>
        </pc:spChg>
        <pc:spChg chg="add">
          <ac:chgData name="Anil Pachar" userId="9f0dbec530d9f628" providerId="LiveId" clId="{FC3EA3F6-9318-41C3-BDE3-F6FF7C683437}" dt="2026-06-11T08:07:18.097" v="230" actId="26606"/>
          <ac:spMkLst>
            <pc:docMk/>
            <pc:sldMk cId="1503533409" sldId="266"/>
            <ac:spMk id="72" creationId="{2B97F24A-32CE-4C1C-A50D-3016B394DCFB}"/>
          </ac:spMkLst>
        </pc:spChg>
        <pc:spChg chg="add">
          <ac:chgData name="Anil Pachar" userId="9f0dbec530d9f628" providerId="LiveId" clId="{FC3EA3F6-9318-41C3-BDE3-F6FF7C683437}" dt="2026-06-11T08:07:18.097" v="230" actId="26606"/>
          <ac:spMkLst>
            <pc:docMk/>
            <pc:sldMk cId="1503533409" sldId="266"/>
            <ac:spMk id="74" creationId="{6357EC4F-235E-4222-A36F-C7878ACE37F2}"/>
          </ac:spMkLst>
        </pc:spChg>
        <pc:picChg chg="mod">
          <ac:chgData name="Anil Pachar" userId="9f0dbec530d9f628" providerId="LiveId" clId="{FC3EA3F6-9318-41C3-BDE3-F6FF7C683437}" dt="2026-06-11T08:08:05.258" v="235" actId="14100"/>
          <ac:picMkLst>
            <pc:docMk/>
            <pc:sldMk cId="1503533409" sldId="266"/>
            <ac:picMk id="5" creationId="{8C2D05AB-4B51-1C77-526C-4DD150DDC641}"/>
          </ac:picMkLst>
        </pc:picChg>
      </pc:sldChg>
      <pc:sldChg chg="modSp add mod">
        <pc:chgData name="Anil Pachar" userId="9f0dbec530d9f628" providerId="LiveId" clId="{FC3EA3F6-9318-41C3-BDE3-F6FF7C683437}" dt="2026-06-11T08:35:12.826" v="253" actId="1076"/>
        <pc:sldMkLst>
          <pc:docMk/>
          <pc:sldMk cId="1083481097" sldId="267"/>
        </pc:sldMkLst>
        <pc:spChg chg="mod">
          <ac:chgData name="Anil Pachar" userId="9f0dbec530d9f628" providerId="LiveId" clId="{FC3EA3F6-9318-41C3-BDE3-F6FF7C683437}" dt="2026-06-11T08:34:01.758" v="244"/>
          <ac:spMkLst>
            <pc:docMk/>
            <pc:sldMk cId="1083481097" sldId="267"/>
            <ac:spMk id="2" creationId="{04F6BAA1-D298-4653-B7CE-7558CF64BC13}"/>
          </ac:spMkLst>
        </pc:spChg>
        <pc:spChg chg="mod">
          <ac:chgData name="Anil Pachar" userId="9f0dbec530d9f628" providerId="LiveId" clId="{FC3EA3F6-9318-41C3-BDE3-F6FF7C683437}" dt="2026-06-11T08:35:12.826" v="253" actId="1076"/>
          <ac:spMkLst>
            <pc:docMk/>
            <pc:sldMk cId="1083481097" sldId="267"/>
            <ac:spMk id="9" creationId="{E17DD197-29B7-BE2D-4A6A-AFCA857193D3}"/>
          </ac:spMkLst>
        </pc:spChg>
        <pc:picChg chg="mod">
          <ac:chgData name="Anil Pachar" userId="9f0dbec530d9f628" providerId="LiveId" clId="{FC3EA3F6-9318-41C3-BDE3-F6FF7C683437}" dt="2026-06-11T08:31:47.117" v="241" actId="14826"/>
          <ac:picMkLst>
            <pc:docMk/>
            <pc:sldMk cId="1083481097" sldId="267"/>
            <ac:picMk id="5" creationId="{677FAC5F-B761-CE58-3C35-654908D50039}"/>
          </ac:picMkLst>
        </pc:picChg>
      </pc:sldChg>
      <pc:sldChg chg="addSp delSp modSp add mod">
        <pc:chgData name="Anil Pachar" userId="9f0dbec530d9f628" providerId="LiveId" clId="{FC3EA3F6-9318-41C3-BDE3-F6FF7C683437}" dt="2026-06-11T08:37:15.413" v="263" actId="1076"/>
        <pc:sldMkLst>
          <pc:docMk/>
          <pc:sldMk cId="2982406904" sldId="268"/>
        </pc:sldMkLst>
        <pc:spChg chg="mod">
          <ac:chgData name="Anil Pachar" userId="9f0dbec530d9f628" providerId="LiveId" clId="{FC3EA3F6-9318-41C3-BDE3-F6FF7C683437}" dt="2026-06-11T08:36:44.964" v="259" actId="26606"/>
          <ac:spMkLst>
            <pc:docMk/>
            <pc:sldMk cId="2982406904" sldId="268"/>
            <ac:spMk id="2" creationId="{D5691475-7230-160C-31FD-1307F7712AEA}"/>
          </ac:spMkLst>
        </pc:spChg>
        <pc:spChg chg="mod">
          <ac:chgData name="Anil Pachar" userId="9f0dbec530d9f628" providerId="LiveId" clId="{FC3EA3F6-9318-41C3-BDE3-F6FF7C683437}" dt="2026-06-11T08:36:44.964" v="259" actId="26606"/>
          <ac:spMkLst>
            <pc:docMk/>
            <pc:sldMk cId="2982406904" sldId="268"/>
            <ac:spMk id="9" creationId="{A366A40A-2005-126B-66C6-15ED0393B8DE}"/>
          </ac:spMkLst>
        </pc:spChg>
        <pc:spChg chg="del">
          <ac:chgData name="Anil Pachar" userId="9f0dbec530d9f628" providerId="LiveId" clId="{FC3EA3F6-9318-41C3-BDE3-F6FF7C683437}" dt="2026-06-11T08:36:44.964" v="259" actId="26606"/>
          <ac:spMkLst>
            <pc:docMk/>
            <pc:sldMk cId="2982406904" sldId="268"/>
            <ac:spMk id="72" creationId="{5A016F49-5C37-F064-1A28-AF52609B5889}"/>
          </ac:spMkLst>
        </pc:spChg>
        <pc:spChg chg="del">
          <ac:chgData name="Anil Pachar" userId="9f0dbec530d9f628" providerId="LiveId" clId="{FC3EA3F6-9318-41C3-BDE3-F6FF7C683437}" dt="2026-06-11T08:36:44.964" v="259" actId="26606"/>
          <ac:spMkLst>
            <pc:docMk/>
            <pc:sldMk cId="2982406904" sldId="268"/>
            <ac:spMk id="74" creationId="{F495DA9B-4D2F-CA03-A74A-AE9E6D00AD7A}"/>
          </ac:spMkLst>
        </pc:spChg>
        <pc:spChg chg="add">
          <ac:chgData name="Anil Pachar" userId="9f0dbec530d9f628" providerId="LiveId" clId="{FC3EA3F6-9318-41C3-BDE3-F6FF7C683437}" dt="2026-06-11T08:36:44.964" v="259" actId="26606"/>
          <ac:spMkLst>
            <pc:docMk/>
            <pc:sldMk cId="2982406904" sldId="268"/>
            <ac:spMk id="79" creationId="{2B97F24A-32CE-4C1C-A50D-3016B394DCFB}"/>
          </ac:spMkLst>
        </pc:spChg>
        <pc:spChg chg="add">
          <ac:chgData name="Anil Pachar" userId="9f0dbec530d9f628" providerId="LiveId" clId="{FC3EA3F6-9318-41C3-BDE3-F6FF7C683437}" dt="2026-06-11T08:36:44.964" v="259" actId="26606"/>
          <ac:spMkLst>
            <pc:docMk/>
            <pc:sldMk cId="2982406904" sldId="268"/>
            <ac:spMk id="81" creationId="{CD8B4F24-440B-49E9-B85D-733523DC064B}"/>
          </ac:spMkLst>
        </pc:spChg>
        <pc:picChg chg="mod">
          <ac:chgData name="Anil Pachar" userId="9f0dbec530d9f628" providerId="LiveId" clId="{FC3EA3F6-9318-41C3-BDE3-F6FF7C683437}" dt="2026-06-11T08:37:15.413" v="263" actId="1076"/>
          <ac:picMkLst>
            <pc:docMk/>
            <pc:sldMk cId="2982406904" sldId="268"/>
            <ac:picMk id="5" creationId="{44D4E629-9321-A78E-2EC4-81B64591C5DB}"/>
          </ac:picMkLst>
        </pc:picChg>
      </pc:sldChg>
      <pc:sldChg chg="addSp delSp modSp add mod">
        <pc:chgData name="Anil Pachar" userId="9f0dbec530d9f628" providerId="LiveId" clId="{FC3EA3F6-9318-41C3-BDE3-F6FF7C683437}" dt="2026-06-11T08:39:51.808" v="273" actId="14100"/>
        <pc:sldMkLst>
          <pc:docMk/>
          <pc:sldMk cId="3533887710" sldId="269"/>
        </pc:sldMkLst>
        <pc:spChg chg="mod">
          <ac:chgData name="Anil Pachar" userId="9f0dbec530d9f628" providerId="LiveId" clId="{FC3EA3F6-9318-41C3-BDE3-F6FF7C683437}" dt="2026-06-11T08:38:48.722" v="270" actId="26606"/>
          <ac:spMkLst>
            <pc:docMk/>
            <pc:sldMk cId="3533887710" sldId="269"/>
            <ac:spMk id="2" creationId="{4CE62C27-4E80-02D5-0F28-88F8F50D944B}"/>
          </ac:spMkLst>
        </pc:spChg>
        <pc:spChg chg="mod">
          <ac:chgData name="Anil Pachar" userId="9f0dbec530d9f628" providerId="LiveId" clId="{FC3EA3F6-9318-41C3-BDE3-F6FF7C683437}" dt="2026-06-11T08:39:51.808" v="273" actId="14100"/>
          <ac:spMkLst>
            <pc:docMk/>
            <pc:sldMk cId="3533887710" sldId="269"/>
            <ac:spMk id="9" creationId="{01250796-57AD-A828-BDC1-675F33556874}"/>
          </ac:spMkLst>
        </pc:spChg>
        <pc:spChg chg="del">
          <ac:chgData name="Anil Pachar" userId="9f0dbec530d9f628" providerId="LiveId" clId="{FC3EA3F6-9318-41C3-BDE3-F6FF7C683437}" dt="2026-06-11T08:38:48.722" v="270" actId="26606"/>
          <ac:spMkLst>
            <pc:docMk/>
            <pc:sldMk cId="3533887710" sldId="269"/>
            <ac:spMk id="79" creationId="{C7731D8D-3A9D-65C9-9604-E8C2549E89FD}"/>
          </ac:spMkLst>
        </pc:spChg>
        <pc:spChg chg="del">
          <ac:chgData name="Anil Pachar" userId="9f0dbec530d9f628" providerId="LiveId" clId="{FC3EA3F6-9318-41C3-BDE3-F6FF7C683437}" dt="2026-06-11T08:38:48.722" v="270" actId="26606"/>
          <ac:spMkLst>
            <pc:docMk/>
            <pc:sldMk cId="3533887710" sldId="269"/>
            <ac:spMk id="81" creationId="{79993EB3-1BF9-6CD3-EE5D-D1C37CB1E6EA}"/>
          </ac:spMkLst>
        </pc:spChg>
        <pc:spChg chg="add">
          <ac:chgData name="Anil Pachar" userId="9f0dbec530d9f628" providerId="LiveId" clId="{FC3EA3F6-9318-41C3-BDE3-F6FF7C683437}" dt="2026-06-11T08:38:48.722" v="270" actId="26606"/>
          <ac:spMkLst>
            <pc:docMk/>
            <pc:sldMk cId="3533887710" sldId="269"/>
            <ac:spMk id="86" creationId="{2B97F24A-32CE-4C1C-A50D-3016B394DCFB}"/>
          </ac:spMkLst>
        </pc:spChg>
        <pc:spChg chg="add">
          <ac:chgData name="Anil Pachar" userId="9f0dbec530d9f628" providerId="LiveId" clId="{FC3EA3F6-9318-41C3-BDE3-F6FF7C683437}" dt="2026-06-11T08:38:48.722" v="270" actId="26606"/>
          <ac:spMkLst>
            <pc:docMk/>
            <pc:sldMk cId="3533887710" sldId="269"/>
            <ac:spMk id="88" creationId="{CD8B4F24-440B-49E9-B85D-733523DC064B}"/>
          </ac:spMkLst>
        </pc:spChg>
        <pc:picChg chg="mod">
          <ac:chgData name="Anil Pachar" userId="9f0dbec530d9f628" providerId="LiveId" clId="{FC3EA3F6-9318-41C3-BDE3-F6FF7C683437}" dt="2026-06-11T08:39:04.201" v="272" actId="14100"/>
          <ac:picMkLst>
            <pc:docMk/>
            <pc:sldMk cId="3533887710" sldId="269"/>
            <ac:picMk id="5" creationId="{CAC2400F-548D-55C8-68FC-34F95FB6BE4B}"/>
          </ac:picMkLst>
        </pc:picChg>
      </pc:sldChg>
      <pc:sldChg chg="addSp delSp modSp new mod setBg">
        <pc:chgData name="Anil Pachar" userId="9f0dbec530d9f628" providerId="LiveId" clId="{FC3EA3F6-9318-41C3-BDE3-F6FF7C683437}" dt="2026-06-11T08:41:39.893" v="291" actId="26606"/>
        <pc:sldMkLst>
          <pc:docMk/>
          <pc:sldMk cId="2119581709" sldId="270"/>
        </pc:sldMkLst>
        <pc:spChg chg="mod">
          <ac:chgData name="Anil Pachar" userId="9f0dbec530d9f628" providerId="LiveId" clId="{FC3EA3F6-9318-41C3-BDE3-F6FF7C683437}" dt="2026-06-11T08:41:39.893" v="291" actId="26606"/>
          <ac:spMkLst>
            <pc:docMk/>
            <pc:sldMk cId="2119581709" sldId="270"/>
            <ac:spMk id="2" creationId="{19601CC0-B455-45EA-72F2-A79F2EFF00D7}"/>
          </ac:spMkLst>
        </pc:spChg>
        <pc:spChg chg="add del mod">
          <ac:chgData name="Anil Pachar" userId="9f0dbec530d9f628" providerId="LiveId" clId="{FC3EA3F6-9318-41C3-BDE3-F6FF7C683437}" dt="2026-06-11T08:41:39.893" v="291" actId="26606"/>
          <ac:spMkLst>
            <pc:docMk/>
            <pc:sldMk cId="2119581709" sldId="270"/>
            <ac:spMk id="3" creationId="{2900C9FF-C165-E7CA-E4FD-B6A12D58FA32}"/>
          </ac:spMkLst>
        </pc:spChg>
        <pc:spChg chg="add">
          <ac:chgData name="Anil Pachar" userId="9f0dbec530d9f628" providerId="LiveId" clId="{FC3EA3F6-9318-41C3-BDE3-F6FF7C683437}" dt="2026-06-11T08:41:39.893" v="291" actId="26606"/>
          <ac:spMkLst>
            <pc:docMk/>
            <pc:sldMk cId="2119581709" sldId="270"/>
            <ac:spMk id="9" creationId="{2659FDB4-FCBE-4A89-B46D-43D4FA54464D}"/>
          </ac:spMkLst>
        </pc:spChg>
        <pc:graphicFrameChg chg="add del">
          <ac:chgData name="Anil Pachar" userId="9f0dbec530d9f628" providerId="LiveId" clId="{FC3EA3F6-9318-41C3-BDE3-F6FF7C683437}" dt="2026-06-11T08:41:39.848" v="290" actId="26606"/>
          <ac:graphicFrameMkLst>
            <pc:docMk/>
            <pc:sldMk cId="2119581709" sldId="270"/>
            <ac:graphicFrameMk id="5" creationId="{2891D939-3E67-8EF9-ACCA-A5A7DDA6A0B4}"/>
          </ac:graphicFrameMkLst>
        </pc:graphicFrameChg>
        <pc:graphicFrameChg chg="add">
          <ac:chgData name="Anil Pachar" userId="9f0dbec530d9f628" providerId="LiveId" clId="{FC3EA3F6-9318-41C3-BDE3-F6FF7C683437}" dt="2026-06-11T08:41:39.893" v="291" actId="26606"/>
          <ac:graphicFrameMkLst>
            <pc:docMk/>
            <pc:sldMk cId="2119581709" sldId="270"/>
            <ac:graphicFrameMk id="7" creationId="{05A369DB-09CE-18DF-98F5-E70F6617DD48}"/>
          </ac:graphicFrameMkLst>
        </pc:graphicFrameChg>
        <pc:cxnChg chg="add">
          <ac:chgData name="Anil Pachar" userId="9f0dbec530d9f628" providerId="LiveId" clId="{FC3EA3F6-9318-41C3-BDE3-F6FF7C683437}" dt="2026-06-11T08:41:39.893" v="291" actId="26606"/>
          <ac:cxnSpMkLst>
            <pc:docMk/>
            <pc:sldMk cId="2119581709" sldId="270"/>
            <ac:cxnSpMk id="11" creationId="{C8F51B3F-8331-4E4A-AE96-D47B1006EEAD}"/>
          </ac:cxnSpMkLst>
        </pc:cxn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081602-404A-4851-93F3-E37665B2016A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E371276-8621-4336-83CC-16EDBE974AB6}">
      <dgm:prSet/>
      <dgm:spPr/>
      <dgm:t>
        <a:bodyPr/>
        <a:lstStyle/>
        <a:p>
          <a:r>
            <a:rPr lang="en-IN"/>
            <a:t>• Fund Master Dataset</a:t>
          </a:r>
          <a:endParaRPr lang="en-US"/>
        </a:p>
      </dgm:t>
    </dgm:pt>
    <dgm:pt modelId="{87B4D0CC-606B-4A39-8DDE-1F1CB50029D5}" type="parTrans" cxnId="{AC31CC20-CD07-4D08-8FC6-7769BDDCA66B}">
      <dgm:prSet/>
      <dgm:spPr/>
      <dgm:t>
        <a:bodyPr/>
        <a:lstStyle/>
        <a:p>
          <a:endParaRPr lang="en-US"/>
        </a:p>
      </dgm:t>
    </dgm:pt>
    <dgm:pt modelId="{D4D6BF8D-09C5-4FF2-9E65-F8F046C490A7}" type="sibTrans" cxnId="{AC31CC20-CD07-4D08-8FC6-7769BDDCA66B}">
      <dgm:prSet/>
      <dgm:spPr/>
      <dgm:t>
        <a:bodyPr/>
        <a:lstStyle/>
        <a:p>
          <a:endParaRPr lang="en-US"/>
        </a:p>
      </dgm:t>
    </dgm:pt>
    <dgm:pt modelId="{836EF56D-DE53-45A2-B4EA-2C44B080AD39}">
      <dgm:prSet/>
      <dgm:spPr/>
      <dgm:t>
        <a:bodyPr/>
        <a:lstStyle/>
        <a:p>
          <a:r>
            <a:rPr lang="en-IN"/>
            <a:t>• NAV History Dataset</a:t>
          </a:r>
          <a:endParaRPr lang="en-US"/>
        </a:p>
      </dgm:t>
    </dgm:pt>
    <dgm:pt modelId="{D32D2AE4-D84B-4FD2-8555-1ED1120A0868}" type="parTrans" cxnId="{E6690B60-BD60-45E3-8109-AC8D2AD895B1}">
      <dgm:prSet/>
      <dgm:spPr/>
      <dgm:t>
        <a:bodyPr/>
        <a:lstStyle/>
        <a:p>
          <a:endParaRPr lang="en-US"/>
        </a:p>
      </dgm:t>
    </dgm:pt>
    <dgm:pt modelId="{EBDE3E8B-29D0-4195-8584-96CE560EF9FF}" type="sibTrans" cxnId="{E6690B60-BD60-45E3-8109-AC8D2AD895B1}">
      <dgm:prSet/>
      <dgm:spPr/>
      <dgm:t>
        <a:bodyPr/>
        <a:lstStyle/>
        <a:p>
          <a:endParaRPr lang="en-US"/>
        </a:p>
      </dgm:t>
    </dgm:pt>
    <dgm:pt modelId="{FCD26170-C997-4178-B937-16B6B6E60351}">
      <dgm:prSet/>
      <dgm:spPr/>
      <dgm:t>
        <a:bodyPr/>
        <a:lstStyle/>
        <a:p>
          <a:r>
            <a:rPr lang="en-IN"/>
            <a:t>• Investor Transactions Dataset</a:t>
          </a:r>
          <a:endParaRPr lang="en-US"/>
        </a:p>
      </dgm:t>
    </dgm:pt>
    <dgm:pt modelId="{8827B5A5-C9B5-445F-BC58-FA4DFEA7F00D}" type="parTrans" cxnId="{B2ED2068-6BAD-4673-9DEB-D355C76F1B89}">
      <dgm:prSet/>
      <dgm:spPr/>
      <dgm:t>
        <a:bodyPr/>
        <a:lstStyle/>
        <a:p>
          <a:endParaRPr lang="en-US"/>
        </a:p>
      </dgm:t>
    </dgm:pt>
    <dgm:pt modelId="{98B4C678-1F98-4AEA-B404-5837418F33D4}" type="sibTrans" cxnId="{B2ED2068-6BAD-4673-9DEB-D355C76F1B89}">
      <dgm:prSet/>
      <dgm:spPr/>
      <dgm:t>
        <a:bodyPr/>
        <a:lstStyle/>
        <a:p>
          <a:endParaRPr lang="en-US"/>
        </a:p>
      </dgm:t>
    </dgm:pt>
    <dgm:pt modelId="{C6AB2C53-A5C2-45B5-85A7-15B22E0B1039}">
      <dgm:prSet/>
      <dgm:spPr/>
      <dgm:t>
        <a:bodyPr/>
        <a:lstStyle/>
        <a:p>
          <a:r>
            <a:rPr lang="en-IN"/>
            <a:t>• AUM Dataset</a:t>
          </a:r>
          <a:endParaRPr lang="en-US"/>
        </a:p>
      </dgm:t>
    </dgm:pt>
    <dgm:pt modelId="{C49D8992-628F-4F24-B422-AE7D7B6E73BF}" type="parTrans" cxnId="{4F346FE8-9B94-4341-84E8-50741922ECDE}">
      <dgm:prSet/>
      <dgm:spPr/>
      <dgm:t>
        <a:bodyPr/>
        <a:lstStyle/>
        <a:p>
          <a:endParaRPr lang="en-US"/>
        </a:p>
      </dgm:t>
    </dgm:pt>
    <dgm:pt modelId="{6B728AC4-2CFE-42B4-9A4A-2AEACF63DF1E}" type="sibTrans" cxnId="{4F346FE8-9B94-4341-84E8-50741922ECDE}">
      <dgm:prSet/>
      <dgm:spPr/>
      <dgm:t>
        <a:bodyPr/>
        <a:lstStyle/>
        <a:p>
          <a:endParaRPr lang="en-US"/>
        </a:p>
      </dgm:t>
    </dgm:pt>
    <dgm:pt modelId="{04B0E609-9588-4C2F-A249-E034616372F6}">
      <dgm:prSet/>
      <dgm:spPr/>
      <dgm:t>
        <a:bodyPr/>
        <a:lstStyle/>
        <a:p>
          <a:r>
            <a:rPr lang="en-IN"/>
            <a:t>• SIP Inflows Dataset</a:t>
          </a:r>
          <a:endParaRPr lang="en-US"/>
        </a:p>
      </dgm:t>
    </dgm:pt>
    <dgm:pt modelId="{CBD6571A-D97A-44DC-9ACC-038A33F9A80A}" type="parTrans" cxnId="{95AB70BE-8DBB-493B-BE5F-633DE039800F}">
      <dgm:prSet/>
      <dgm:spPr/>
      <dgm:t>
        <a:bodyPr/>
        <a:lstStyle/>
        <a:p>
          <a:endParaRPr lang="en-US"/>
        </a:p>
      </dgm:t>
    </dgm:pt>
    <dgm:pt modelId="{0917DF25-33E4-4A1F-9DE2-8BC869432A30}" type="sibTrans" cxnId="{95AB70BE-8DBB-493B-BE5F-633DE039800F}">
      <dgm:prSet/>
      <dgm:spPr/>
      <dgm:t>
        <a:bodyPr/>
        <a:lstStyle/>
        <a:p>
          <a:endParaRPr lang="en-US"/>
        </a:p>
      </dgm:t>
    </dgm:pt>
    <dgm:pt modelId="{97A49DB5-A317-4101-A041-FF3EC6DE1A63}">
      <dgm:prSet/>
      <dgm:spPr/>
      <dgm:t>
        <a:bodyPr/>
        <a:lstStyle/>
        <a:p>
          <a:r>
            <a:rPr lang="en-IN"/>
            <a:t>• Category Inflow Dataset</a:t>
          </a:r>
          <a:endParaRPr lang="en-US"/>
        </a:p>
      </dgm:t>
    </dgm:pt>
    <dgm:pt modelId="{768FD540-BADA-478C-B5E5-0F2358511418}" type="parTrans" cxnId="{7891F38E-7ADE-4E13-A7E7-F594E747DDF2}">
      <dgm:prSet/>
      <dgm:spPr/>
      <dgm:t>
        <a:bodyPr/>
        <a:lstStyle/>
        <a:p>
          <a:endParaRPr lang="en-US"/>
        </a:p>
      </dgm:t>
    </dgm:pt>
    <dgm:pt modelId="{297DECA9-D5A6-40F2-AA03-C182F3FAD98A}" type="sibTrans" cxnId="{7891F38E-7ADE-4E13-A7E7-F594E747DDF2}">
      <dgm:prSet/>
      <dgm:spPr/>
      <dgm:t>
        <a:bodyPr/>
        <a:lstStyle/>
        <a:p>
          <a:endParaRPr lang="en-US"/>
        </a:p>
      </dgm:t>
    </dgm:pt>
    <dgm:pt modelId="{67E5DD75-9CB3-44B6-8E49-20A0BBCF08EE}">
      <dgm:prSet/>
      <dgm:spPr/>
      <dgm:t>
        <a:bodyPr/>
        <a:lstStyle/>
        <a:p>
          <a:r>
            <a:rPr lang="en-IN"/>
            <a:t>• Portfolio Holdings Dataset</a:t>
          </a:r>
          <a:endParaRPr lang="en-US"/>
        </a:p>
      </dgm:t>
    </dgm:pt>
    <dgm:pt modelId="{777AFDBA-3479-4F7A-8E53-4A3E32FFD04D}" type="parTrans" cxnId="{0B599A7B-49B8-4404-A9ED-682F8622D76B}">
      <dgm:prSet/>
      <dgm:spPr/>
      <dgm:t>
        <a:bodyPr/>
        <a:lstStyle/>
        <a:p>
          <a:endParaRPr lang="en-US"/>
        </a:p>
      </dgm:t>
    </dgm:pt>
    <dgm:pt modelId="{52240730-00E7-4052-A52C-394D256CB916}" type="sibTrans" cxnId="{0B599A7B-49B8-4404-A9ED-682F8622D76B}">
      <dgm:prSet/>
      <dgm:spPr/>
      <dgm:t>
        <a:bodyPr/>
        <a:lstStyle/>
        <a:p>
          <a:endParaRPr lang="en-US"/>
        </a:p>
      </dgm:t>
    </dgm:pt>
    <dgm:pt modelId="{B01958CA-3278-414C-8559-6650CDC0817A}">
      <dgm:prSet/>
      <dgm:spPr/>
      <dgm:t>
        <a:bodyPr/>
        <a:lstStyle/>
        <a:p>
          <a:r>
            <a:rPr lang="en-IN"/>
            <a:t>• Benchmark Indices Dataset</a:t>
          </a:r>
          <a:endParaRPr lang="en-US"/>
        </a:p>
      </dgm:t>
    </dgm:pt>
    <dgm:pt modelId="{EA337AD4-E23F-4CB5-B4AF-DD81193C83BA}" type="parTrans" cxnId="{44961930-FB65-44E4-A528-112083EEEE85}">
      <dgm:prSet/>
      <dgm:spPr/>
      <dgm:t>
        <a:bodyPr/>
        <a:lstStyle/>
        <a:p>
          <a:endParaRPr lang="en-US"/>
        </a:p>
      </dgm:t>
    </dgm:pt>
    <dgm:pt modelId="{56B20DDF-9B74-40A5-8CB5-49D92D2AA92C}" type="sibTrans" cxnId="{44961930-FB65-44E4-A528-112083EEEE85}">
      <dgm:prSet/>
      <dgm:spPr/>
      <dgm:t>
        <a:bodyPr/>
        <a:lstStyle/>
        <a:p>
          <a:endParaRPr lang="en-US"/>
        </a:p>
      </dgm:t>
    </dgm:pt>
    <dgm:pt modelId="{9A209507-5F01-47D4-B163-01C3653EF6D0}" type="pres">
      <dgm:prSet presAssocID="{A9081602-404A-4851-93F3-E37665B2016A}" presName="vert0" presStyleCnt="0">
        <dgm:presLayoutVars>
          <dgm:dir/>
          <dgm:animOne val="branch"/>
          <dgm:animLvl val="lvl"/>
        </dgm:presLayoutVars>
      </dgm:prSet>
      <dgm:spPr/>
    </dgm:pt>
    <dgm:pt modelId="{F6A5B847-A5CA-42E7-B279-C3DBE4DAE04F}" type="pres">
      <dgm:prSet presAssocID="{2E371276-8621-4336-83CC-16EDBE974AB6}" presName="thickLine" presStyleLbl="alignNode1" presStyleIdx="0" presStyleCnt="8"/>
      <dgm:spPr/>
    </dgm:pt>
    <dgm:pt modelId="{3238FC11-F102-4DFC-956B-58D7F30BB9DA}" type="pres">
      <dgm:prSet presAssocID="{2E371276-8621-4336-83CC-16EDBE974AB6}" presName="horz1" presStyleCnt="0"/>
      <dgm:spPr/>
    </dgm:pt>
    <dgm:pt modelId="{67D9A794-CA8A-4A79-9C7C-6E0FBEB0B97C}" type="pres">
      <dgm:prSet presAssocID="{2E371276-8621-4336-83CC-16EDBE974AB6}" presName="tx1" presStyleLbl="revTx" presStyleIdx="0" presStyleCnt="8"/>
      <dgm:spPr/>
    </dgm:pt>
    <dgm:pt modelId="{B040154E-41BA-4C27-B353-46406B65218C}" type="pres">
      <dgm:prSet presAssocID="{2E371276-8621-4336-83CC-16EDBE974AB6}" presName="vert1" presStyleCnt="0"/>
      <dgm:spPr/>
    </dgm:pt>
    <dgm:pt modelId="{BA0BEC19-234F-496B-A8D7-24647F0EFE1F}" type="pres">
      <dgm:prSet presAssocID="{836EF56D-DE53-45A2-B4EA-2C44B080AD39}" presName="thickLine" presStyleLbl="alignNode1" presStyleIdx="1" presStyleCnt="8"/>
      <dgm:spPr/>
    </dgm:pt>
    <dgm:pt modelId="{515320CB-087C-40DC-90DF-46500B4417D9}" type="pres">
      <dgm:prSet presAssocID="{836EF56D-DE53-45A2-B4EA-2C44B080AD39}" presName="horz1" presStyleCnt="0"/>
      <dgm:spPr/>
    </dgm:pt>
    <dgm:pt modelId="{5A84FDC6-4AE0-4723-9DBB-94A4ADA4CE0D}" type="pres">
      <dgm:prSet presAssocID="{836EF56D-DE53-45A2-B4EA-2C44B080AD39}" presName="tx1" presStyleLbl="revTx" presStyleIdx="1" presStyleCnt="8"/>
      <dgm:spPr/>
    </dgm:pt>
    <dgm:pt modelId="{645A7B50-1E4A-4A07-8134-0459F7984675}" type="pres">
      <dgm:prSet presAssocID="{836EF56D-DE53-45A2-B4EA-2C44B080AD39}" presName="vert1" presStyleCnt="0"/>
      <dgm:spPr/>
    </dgm:pt>
    <dgm:pt modelId="{52064F69-EC5E-4452-A305-FB63515536F8}" type="pres">
      <dgm:prSet presAssocID="{FCD26170-C997-4178-B937-16B6B6E60351}" presName="thickLine" presStyleLbl="alignNode1" presStyleIdx="2" presStyleCnt="8"/>
      <dgm:spPr/>
    </dgm:pt>
    <dgm:pt modelId="{F69FE51A-7913-48A5-B304-66BD71EB0F15}" type="pres">
      <dgm:prSet presAssocID="{FCD26170-C997-4178-B937-16B6B6E60351}" presName="horz1" presStyleCnt="0"/>
      <dgm:spPr/>
    </dgm:pt>
    <dgm:pt modelId="{C0E5912E-5501-4718-A949-3EE7F935D1D8}" type="pres">
      <dgm:prSet presAssocID="{FCD26170-C997-4178-B937-16B6B6E60351}" presName="tx1" presStyleLbl="revTx" presStyleIdx="2" presStyleCnt="8"/>
      <dgm:spPr/>
    </dgm:pt>
    <dgm:pt modelId="{8B803AD9-959F-411D-8494-44C3C2B2841B}" type="pres">
      <dgm:prSet presAssocID="{FCD26170-C997-4178-B937-16B6B6E60351}" presName="vert1" presStyleCnt="0"/>
      <dgm:spPr/>
    </dgm:pt>
    <dgm:pt modelId="{604E8D1E-18E5-48C1-A4D2-2A7BA92AE5F1}" type="pres">
      <dgm:prSet presAssocID="{C6AB2C53-A5C2-45B5-85A7-15B22E0B1039}" presName="thickLine" presStyleLbl="alignNode1" presStyleIdx="3" presStyleCnt="8"/>
      <dgm:spPr/>
    </dgm:pt>
    <dgm:pt modelId="{646F2731-A7B2-49C6-A4EF-5422EAFD8C15}" type="pres">
      <dgm:prSet presAssocID="{C6AB2C53-A5C2-45B5-85A7-15B22E0B1039}" presName="horz1" presStyleCnt="0"/>
      <dgm:spPr/>
    </dgm:pt>
    <dgm:pt modelId="{6F6B56A6-CCC1-4F5E-8418-973E56FC65C1}" type="pres">
      <dgm:prSet presAssocID="{C6AB2C53-A5C2-45B5-85A7-15B22E0B1039}" presName="tx1" presStyleLbl="revTx" presStyleIdx="3" presStyleCnt="8"/>
      <dgm:spPr/>
    </dgm:pt>
    <dgm:pt modelId="{377F8727-A078-4ECA-93EB-94B16041C023}" type="pres">
      <dgm:prSet presAssocID="{C6AB2C53-A5C2-45B5-85A7-15B22E0B1039}" presName="vert1" presStyleCnt="0"/>
      <dgm:spPr/>
    </dgm:pt>
    <dgm:pt modelId="{A8119AA3-2104-4149-B09E-EA9FC20AD14A}" type="pres">
      <dgm:prSet presAssocID="{04B0E609-9588-4C2F-A249-E034616372F6}" presName="thickLine" presStyleLbl="alignNode1" presStyleIdx="4" presStyleCnt="8"/>
      <dgm:spPr/>
    </dgm:pt>
    <dgm:pt modelId="{7201B899-1789-452A-834C-27FBA5AD4029}" type="pres">
      <dgm:prSet presAssocID="{04B0E609-9588-4C2F-A249-E034616372F6}" presName="horz1" presStyleCnt="0"/>
      <dgm:spPr/>
    </dgm:pt>
    <dgm:pt modelId="{4C49A701-9456-4208-885D-9B37761B4D77}" type="pres">
      <dgm:prSet presAssocID="{04B0E609-9588-4C2F-A249-E034616372F6}" presName="tx1" presStyleLbl="revTx" presStyleIdx="4" presStyleCnt="8"/>
      <dgm:spPr/>
    </dgm:pt>
    <dgm:pt modelId="{25341A33-F6F7-4DFE-A295-DDC7781C6B41}" type="pres">
      <dgm:prSet presAssocID="{04B0E609-9588-4C2F-A249-E034616372F6}" presName="vert1" presStyleCnt="0"/>
      <dgm:spPr/>
    </dgm:pt>
    <dgm:pt modelId="{DF165204-C6E7-4F78-8A6E-553C02EBF4A7}" type="pres">
      <dgm:prSet presAssocID="{97A49DB5-A317-4101-A041-FF3EC6DE1A63}" presName="thickLine" presStyleLbl="alignNode1" presStyleIdx="5" presStyleCnt="8"/>
      <dgm:spPr/>
    </dgm:pt>
    <dgm:pt modelId="{1F4E2B90-A4B0-4CBE-878A-C9B10F0F90C7}" type="pres">
      <dgm:prSet presAssocID="{97A49DB5-A317-4101-A041-FF3EC6DE1A63}" presName="horz1" presStyleCnt="0"/>
      <dgm:spPr/>
    </dgm:pt>
    <dgm:pt modelId="{6C2EB0EA-623B-4B6E-8B8F-E3DE9942DC8F}" type="pres">
      <dgm:prSet presAssocID="{97A49DB5-A317-4101-A041-FF3EC6DE1A63}" presName="tx1" presStyleLbl="revTx" presStyleIdx="5" presStyleCnt="8"/>
      <dgm:spPr/>
    </dgm:pt>
    <dgm:pt modelId="{37A57CC6-75F5-4362-AF40-4AF5475AFD99}" type="pres">
      <dgm:prSet presAssocID="{97A49DB5-A317-4101-A041-FF3EC6DE1A63}" presName="vert1" presStyleCnt="0"/>
      <dgm:spPr/>
    </dgm:pt>
    <dgm:pt modelId="{C76DA661-679B-4EDB-9205-B57834873653}" type="pres">
      <dgm:prSet presAssocID="{67E5DD75-9CB3-44B6-8E49-20A0BBCF08EE}" presName="thickLine" presStyleLbl="alignNode1" presStyleIdx="6" presStyleCnt="8"/>
      <dgm:spPr/>
    </dgm:pt>
    <dgm:pt modelId="{83DC6277-096D-4A74-9784-08268CB4F309}" type="pres">
      <dgm:prSet presAssocID="{67E5DD75-9CB3-44B6-8E49-20A0BBCF08EE}" presName="horz1" presStyleCnt="0"/>
      <dgm:spPr/>
    </dgm:pt>
    <dgm:pt modelId="{9DB2077D-8AC0-458A-98CE-620CF5976309}" type="pres">
      <dgm:prSet presAssocID="{67E5DD75-9CB3-44B6-8E49-20A0BBCF08EE}" presName="tx1" presStyleLbl="revTx" presStyleIdx="6" presStyleCnt="8"/>
      <dgm:spPr/>
    </dgm:pt>
    <dgm:pt modelId="{EF89AAD9-6BAE-4679-AD22-3865BF4B5ED4}" type="pres">
      <dgm:prSet presAssocID="{67E5DD75-9CB3-44B6-8E49-20A0BBCF08EE}" presName="vert1" presStyleCnt="0"/>
      <dgm:spPr/>
    </dgm:pt>
    <dgm:pt modelId="{3838D2BA-4B53-4C34-BDC0-22FA75D0F03D}" type="pres">
      <dgm:prSet presAssocID="{B01958CA-3278-414C-8559-6650CDC0817A}" presName="thickLine" presStyleLbl="alignNode1" presStyleIdx="7" presStyleCnt="8"/>
      <dgm:spPr/>
    </dgm:pt>
    <dgm:pt modelId="{824724F3-A1DB-478A-824D-6ED627FD2299}" type="pres">
      <dgm:prSet presAssocID="{B01958CA-3278-414C-8559-6650CDC0817A}" presName="horz1" presStyleCnt="0"/>
      <dgm:spPr/>
    </dgm:pt>
    <dgm:pt modelId="{5DB01509-D00E-4100-AB94-B043BA15A5B8}" type="pres">
      <dgm:prSet presAssocID="{B01958CA-3278-414C-8559-6650CDC0817A}" presName="tx1" presStyleLbl="revTx" presStyleIdx="7" presStyleCnt="8"/>
      <dgm:spPr/>
    </dgm:pt>
    <dgm:pt modelId="{008E5D44-4473-4BE1-8BBA-2534B62F898D}" type="pres">
      <dgm:prSet presAssocID="{B01958CA-3278-414C-8559-6650CDC0817A}" presName="vert1" presStyleCnt="0"/>
      <dgm:spPr/>
    </dgm:pt>
  </dgm:ptLst>
  <dgm:cxnLst>
    <dgm:cxn modelId="{1D7A8A0E-8B8F-41A8-9617-59EEE2A4817B}" type="presOf" srcId="{97A49DB5-A317-4101-A041-FF3EC6DE1A63}" destId="{6C2EB0EA-623B-4B6E-8B8F-E3DE9942DC8F}" srcOrd="0" destOrd="0" presId="urn:microsoft.com/office/officeart/2008/layout/LinedList"/>
    <dgm:cxn modelId="{AC31CC20-CD07-4D08-8FC6-7769BDDCA66B}" srcId="{A9081602-404A-4851-93F3-E37665B2016A}" destId="{2E371276-8621-4336-83CC-16EDBE974AB6}" srcOrd="0" destOrd="0" parTransId="{87B4D0CC-606B-4A39-8DDE-1F1CB50029D5}" sibTransId="{D4D6BF8D-09C5-4FF2-9E65-F8F046C490A7}"/>
    <dgm:cxn modelId="{44961930-FB65-44E4-A528-112083EEEE85}" srcId="{A9081602-404A-4851-93F3-E37665B2016A}" destId="{B01958CA-3278-414C-8559-6650CDC0817A}" srcOrd="7" destOrd="0" parTransId="{EA337AD4-E23F-4CB5-B4AF-DD81193C83BA}" sibTransId="{56B20DDF-9B74-40A5-8CB5-49D92D2AA92C}"/>
    <dgm:cxn modelId="{E6690B60-BD60-45E3-8109-AC8D2AD895B1}" srcId="{A9081602-404A-4851-93F3-E37665B2016A}" destId="{836EF56D-DE53-45A2-B4EA-2C44B080AD39}" srcOrd="1" destOrd="0" parTransId="{D32D2AE4-D84B-4FD2-8555-1ED1120A0868}" sibTransId="{EBDE3E8B-29D0-4195-8584-96CE560EF9FF}"/>
    <dgm:cxn modelId="{B2ED2068-6BAD-4673-9DEB-D355C76F1B89}" srcId="{A9081602-404A-4851-93F3-E37665B2016A}" destId="{FCD26170-C997-4178-B937-16B6B6E60351}" srcOrd="2" destOrd="0" parTransId="{8827B5A5-C9B5-445F-BC58-FA4DFEA7F00D}" sibTransId="{98B4C678-1F98-4AEA-B404-5837418F33D4}"/>
    <dgm:cxn modelId="{03B6874D-793A-4D8F-A351-89DD7F85A04D}" type="presOf" srcId="{C6AB2C53-A5C2-45B5-85A7-15B22E0B1039}" destId="{6F6B56A6-CCC1-4F5E-8418-973E56FC65C1}" srcOrd="0" destOrd="0" presId="urn:microsoft.com/office/officeart/2008/layout/LinedList"/>
    <dgm:cxn modelId="{5281F270-4C30-4DF9-89C4-CC31FEBE57D2}" type="presOf" srcId="{B01958CA-3278-414C-8559-6650CDC0817A}" destId="{5DB01509-D00E-4100-AB94-B043BA15A5B8}" srcOrd="0" destOrd="0" presId="urn:microsoft.com/office/officeart/2008/layout/LinedList"/>
    <dgm:cxn modelId="{FF1C557B-290B-494A-9444-A0C828BBBE99}" type="presOf" srcId="{A9081602-404A-4851-93F3-E37665B2016A}" destId="{9A209507-5F01-47D4-B163-01C3653EF6D0}" srcOrd="0" destOrd="0" presId="urn:microsoft.com/office/officeart/2008/layout/LinedList"/>
    <dgm:cxn modelId="{0B599A7B-49B8-4404-A9ED-682F8622D76B}" srcId="{A9081602-404A-4851-93F3-E37665B2016A}" destId="{67E5DD75-9CB3-44B6-8E49-20A0BBCF08EE}" srcOrd="6" destOrd="0" parTransId="{777AFDBA-3479-4F7A-8E53-4A3E32FFD04D}" sibTransId="{52240730-00E7-4052-A52C-394D256CB916}"/>
    <dgm:cxn modelId="{8BAE4588-42EA-4766-BBE0-90CCCCF8549E}" type="presOf" srcId="{04B0E609-9588-4C2F-A249-E034616372F6}" destId="{4C49A701-9456-4208-885D-9B37761B4D77}" srcOrd="0" destOrd="0" presId="urn:microsoft.com/office/officeart/2008/layout/LinedList"/>
    <dgm:cxn modelId="{7891F38E-7ADE-4E13-A7E7-F594E747DDF2}" srcId="{A9081602-404A-4851-93F3-E37665B2016A}" destId="{97A49DB5-A317-4101-A041-FF3EC6DE1A63}" srcOrd="5" destOrd="0" parTransId="{768FD540-BADA-478C-B5E5-0F2358511418}" sibTransId="{297DECA9-D5A6-40F2-AA03-C182F3FAD98A}"/>
    <dgm:cxn modelId="{8A633FA4-40D5-4C66-9EF3-4E8936BB71DC}" type="presOf" srcId="{2E371276-8621-4336-83CC-16EDBE974AB6}" destId="{67D9A794-CA8A-4A79-9C7C-6E0FBEB0B97C}" srcOrd="0" destOrd="0" presId="urn:microsoft.com/office/officeart/2008/layout/LinedList"/>
    <dgm:cxn modelId="{EB2CDCA9-1E3B-4F73-8352-D9505CB7130A}" type="presOf" srcId="{FCD26170-C997-4178-B937-16B6B6E60351}" destId="{C0E5912E-5501-4718-A949-3EE7F935D1D8}" srcOrd="0" destOrd="0" presId="urn:microsoft.com/office/officeart/2008/layout/LinedList"/>
    <dgm:cxn modelId="{95AB70BE-8DBB-493B-BE5F-633DE039800F}" srcId="{A9081602-404A-4851-93F3-E37665B2016A}" destId="{04B0E609-9588-4C2F-A249-E034616372F6}" srcOrd="4" destOrd="0" parTransId="{CBD6571A-D97A-44DC-9ACC-038A33F9A80A}" sibTransId="{0917DF25-33E4-4A1F-9DE2-8BC869432A30}"/>
    <dgm:cxn modelId="{414463C4-5AD4-494F-83A6-BA765CF81EA1}" type="presOf" srcId="{67E5DD75-9CB3-44B6-8E49-20A0BBCF08EE}" destId="{9DB2077D-8AC0-458A-98CE-620CF5976309}" srcOrd="0" destOrd="0" presId="urn:microsoft.com/office/officeart/2008/layout/LinedList"/>
    <dgm:cxn modelId="{28F38CC7-C86D-4BFF-B2A7-1963AF78F16F}" type="presOf" srcId="{836EF56D-DE53-45A2-B4EA-2C44B080AD39}" destId="{5A84FDC6-4AE0-4723-9DBB-94A4ADA4CE0D}" srcOrd="0" destOrd="0" presId="urn:microsoft.com/office/officeart/2008/layout/LinedList"/>
    <dgm:cxn modelId="{4F346FE8-9B94-4341-84E8-50741922ECDE}" srcId="{A9081602-404A-4851-93F3-E37665B2016A}" destId="{C6AB2C53-A5C2-45B5-85A7-15B22E0B1039}" srcOrd="3" destOrd="0" parTransId="{C49D8992-628F-4F24-B422-AE7D7B6E73BF}" sibTransId="{6B728AC4-2CFE-42B4-9A4A-2AEACF63DF1E}"/>
    <dgm:cxn modelId="{DBCB655C-1FB3-4CA7-AD9A-85126C25B8EE}" type="presParOf" srcId="{9A209507-5F01-47D4-B163-01C3653EF6D0}" destId="{F6A5B847-A5CA-42E7-B279-C3DBE4DAE04F}" srcOrd="0" destOrd="0" presId="urn:microsoft.com/office/officeart/2008/layout/LinedList"/>
    <dgm:cxn modelId="{4E45C4FD-1253-4141-9E8C-E4312B78B2D1}" type="presParOf" srcId="{9A209507-5F01-47D4-B163-01C3653EF6D0}" destId="{3238FC11-F102-4DFC-956B-58D7F30BB9DA}" srcOrd="1" destOrd="0" presId="urn:microsoft.com/office/officeart/2008/layout/LinedList"/>
    <dgm:cxn modelId="{8A243C04-6C2D-4E1B-A957-97CEC270978F}" type="presParOf" srcId="{3238FC11-F102-4DFC-956B-58D7F30BB9DA}" destId="{67D9A794-CA8A-4A79-9C7C-6E0FBEB0B97C}" srcOrd="0" destOrd="0" presId="urn:microsoft.com/office/officeart/2008/layout/LinedList"/>
    <dgm:cxn modelId="{207FB157-18E6-4BC1-A0CD-4AE0B61935B4}" type="presParOf" srcId="{3238FC11-F102-4DFC-956B-58D7F30BB9DA}" destId="{B040154E-41BA-4C27-B353-46406B65218C}" srcOrd="1" destOrd="0" presId="urn:microsoft.com/office/officeart/2008/layout/LinedList"/>
    <dgm:cxn modelId="{1E1899AD-0C5A-4344-BA47-B4741AA62936}" type="presParOf" srcId="{9A209507-5F01-47D4-B163-01C3653EF6D0}" destId="{BA0BEC19-234F-496B-A8D7-24647F0EFE1F}" srcOrd="2" destOrd="0" presId="urn:microsoft.com/office/officeart/2008/layout/LinedList"/>
    <dgm:cxn modelId="{04C7FF42-ABE8-4AE6-98F2-E8169D2BBCF4}" type="presParOf" srcId="{9A209507-5F01-47D4-B163-01C3653EF6D0}" destId="{515320CB-087C-40DC-90DF-46500B4417D9}" srcOrd="3" destOrd="0" presId="urn:microsoft.com/office/officeart/2008/layout/LinedList"/>
    <dgm:cxn modelId="{94DC002B-0007-444E-9D35-C50260F5FBB4}" type="presParOf" srcId="{515320CB-087C-40DC-90DF-46500B4417D9}" destId="{5A84FDC6-4AE0-4723-9DBB-94A4ADA4CE0D}" srcOrd="0" destOrd="0" presId="urn:microsoft.com/office/officeart/2008/layout/LinedList"/>
    <dgm:cxn modelId="{06ADF03D-AF53-44A5-BA69-C00A90A7A758}" type="presParOf" srcId="{515320CB-087C-40DC-90DF-46500B4417D9}" destId="{645A7B50-1E4A-4A07-8134-0459F7984675}" srcOrd="1" destOrd="0" presId="urn:microsoft.com/office/officeart/2008/layout/LinedList"/>
    <dgm:cxn modelId="{33732C88-BAB6-42B0-940A-0142AB113B0A}" type="presParOf" srcId="{9A209507-5F01-47D4-B163-01C3653EF6D0}" destId="{52064F69-EC5E-4452-A305-FB63515536F8}" srcOrd="4" destOrd="0" presId="urn:microsoft.com/office/officeart/2008/layout/LinedList"/>
    <dgm:cxn modelId="{6933545A-25C5-4BF7-B357-8A8561BC4DBC}" type="presParOf" srcId="{9A209507-5F01-47D4-B163-01C3653EF6D0}" destId="{F69FE51A-7913-48A5-B304-66BD71EB0F15}" srcOrd="5" destOrd="0" presId="urn:microsoft.com/office/officeart/2008/layout/LinedList"/>
    <dgm:cxn modelId="{847E2954-22CB-41F7-B935-7485AD773C34}" type="presParOf" srcId="{F69FE51A-7913-48A5-B304-66BD71EB0F15}" destId="{C0E5912E-5501-4718-A949-3EE7F935D1D8}" srcOrd="0" destOrd="0" presId="urn:microsoft.com/office/officeart/2008/layout/LinedList"/>
    <dgm:cxn modelId="{831505E3-16DB-4133-9A20-B4CC7E70D7DB}" type="presParOf" srcId="{F69FE51A-7913-48A5-B304-66BD71EB0F15}" destId="{8B803AD9-959F-411D-8494-44C3C2B2841B}" srcOrd="1" destOrd="0" presId="urn:microsoft.com/office/officeart/2008/layout/LinedList"/>
    <dgm:cxn modelId="{FE773C08-5B53-43D7-AE2E-DCFC4FB17DD2}" type="presParOf" srcId="{9A209507-5F01-47D4-B163-01C3653EF6D0}" destId="{604E8D1E-18E5-48C1-A4D2-2A7BA92AE5F1}" srcOrd="6" destOrd="0" presId="urn:microsoft.com/office/officeart/2008/layout/LinedList"/>
    <dgm:cxn modelId="{CDCDEC3D-812C-40B5-B89E-48A56787D0DC}" type="presParOf" srcId="{9A209507-5F01-47D4-B163-01C3653EF6D0}" destId="{646F2731-A7B2-49C6-A4EF-5422EAFD8C15}" srcOrd="7" destOrd="0" presId="urn:microsoft.com/office/officeart/2008/layout/LinedList"/>
    <dgm:cxn modelId="{FD32499E-5474-4DBF-BCF6-E38369BE4038}" type="presParOf" srcId="{646F2731-A7B2-49C6-A4EF-5422EAFD8C15}" destId="{6F6B56A6-CCC1-4F5E-8418-973E56FC65C1}" srcOrd="0" destOrd="0" presId="urn:microsoft.com/office/officeart/2008/layout/LinedList"/>
    <dgm:cxn modelId="{0343DC71-ED11-4C79-B8DF-CE2286026027}" type="presParOf" srcId="{646F2731-A7B2-49C6-A4EF-5422EAFD8C15}" destId="{377F8727-A078-4ECA-93EB-94B16041C023}" srcOrd="1" destOrd="0" presId="urn:microsoft.com/office/officeart/2008/layout/LinedList"/>
    <dgm:cxn modelId="{4B8BAA43-04B8-4634-968B-0051531A15FC}" type="presParOf" srcId="{9A209507-5F01-47D4-B163-01C3653EF6D0}" destId="{A8119AA3-2104-4149-B09E-EA9FC20AD14A}" srcOrd="8" destOrd="0" presId="urn:microsoft.com/office/officeart/2008/layout/LinedList"/>
    <dgm:cxn modelId="{4E625966-F28B-460C-8D19-F17B628864DF}" type="presParOf" srcId="{9A209507-5F01-47D4-B163-01C3653EF6D0}" destId="{7201B899-1789-452A-834C-27FBA5AD4029}" srcOrd="9" destOrd="0" presId="urn:microsoft.com/office/officeart/2008/layout/LinedList"/>
    <dgm:cxn modelId="{93FCC2B4-0E7F-4833-8CB4-8D700A96EA76}" type="presParOf" srcId="{7201B899-1789-452A-834C-27FBA5AD4029}" destId="{4C49A701-9456-4208-885D-9B37761B4D77}" srcOrd="0" destOrd="0" presId="urn:microsoft.com/office/officeart/2008/layout/LinedList"/>
    <dgm:cxn modelId="{37340019-8E34-4AD9-88E5-71999E103399}" type="presParOf" srcId="{7201B899-1789-452A-834C-27FBA5AD4029}" destId="{25341A33-F6F7-4DFE-A295-DDC7781C6B41}" srcOrd="1" destOrd="0" presId="urn:microsoft.com/office/officeart/2008/layout/LinedList"/>
    <dgm:cxn modelId="{CBD344FB-FFE8-403E-87A2-2CB74BFB190C}" type="presParOf" srcId="{9A209507-5F01-47D4-B163-01C3653EF6D0}" destId="{DF165204-C6E7-4F78-8A6E-553C02EBF4A7}" srcOrd="10" destOrd="0" presId="urn:microsoft.com/office/officeart/2008/layout/LinedList"/>
    <dgm:cxn modelId="{9A6F241D-015D-4E5E-8764-45C14C90D907}" type="presParOf" srcId="{9A209507-5F01-47D4-B163-01C3653EF6D0}" destId="{1F4E2B90-A4B0-4CBE-878A-C9B10F0F90C7}" srcOrd="11" destOrd="0" presId="urn:microsoft.com/office/officeart/2008/layout/LinedList"/>
    <dgm:cxn modelId="{34AD6014-D497-4F8C-9585-FBD04A9D5E12}" type="presParOf" srcId="{1F4E2B90-A4B0-4CBE-878A-C9B10F0F90C7}" destId="{6C2EB0EA-623B-4B6E-8B8F-E3DE9942DC8F}" srcOrd="0" destOrd="0" presId="urn:microsoft.com/office/officeart/2008/layout/LinedList"/>
    <dgm:cxn modelId="{5BB3D098-970B-41C3-8D25-09003257AB0A}" type="presParOf" srcId="{1F4E2B90-A4B0-4CBE-878A-C9B10F0F90C7}" destId="{37A57CC6-75F5-4362-AF40-4AF5475AFD99}" srcOrd="1" destOrd="0" presId="urn:microsoft.com/office/officeart/2008/layout/LinedList"/>
    <dgm:cxn modelId="{22173C6A-EF66-43D8-B75B-3249051F922C}" type="presParOf" srcId="{9A209507-5F01-47D4-B163-01C3653EF6D0}" destId="{C76DA661-679B-4EDB-9205-B57834873653}" srcOrd="12" destOrd="0" presId="urn:microsoft.com/office/officeart/2008/layout/LinedList"/>
    <dgm:cxn modelId="{DD0C8B1B-AF9A-4E67-9FE8-57B04936F93B}" type="presParOf" srcId="{9A209507-5F01-47D4-B163-01C3653EF6D0}" destId="{83DC6277-096D-4A74-9784-08268CB4F309}" srcOrd="13" destOrd="0" presId="urn:microsoft.com/office/officeart/2008/layout/LinedList"/>
    <dgm:cxn modelId="{F41960C0-11E8-472E-9AAD-1EF283418EB2}" type="presParOf" srcId="{83DC6277-096D-4A74-9784-08268CB4F309}" destId="{9DB2077D-8AC0-458A-98CE-620CF5976309}" srcOrd="0" destOrd="0" presId="urn:microsoft.com/office/officeart/2008/layout/LinedList"/>
    <dgm:cxn modelId="{884C7174-FF57-436F-A5F8-9FC080192DCF}" type="presParOf" srcId="{83DC6277-096D-4A74-9784-08268CB4F309}" destId="{EF89AAD9-6BAE-4679-AD22-3865BF4B5ED4}" srcOrd="1" destOrd="0" presId="urn:microsoft.com/office/officeart/2008/layout/LinedList"/>
    <dgm:cxn modelId="{084049E9-44A5-4E46-B6AC-B36B584D1216}" type="presParOf" srcId="{9A209507-5F01-47D4-B163-01C3653EF6D0}" destId="{3838D2BA-4B53-4C34-BDC0-22FA75D0F03D}" srcOrd="14" destOrd="0" presId="urn:microsoft.com/office/officeart/2008/layout/LinedList"/>
    <dgm:cxn modelId="{B4C0A53C-E1A7-4DEA-BDE8-B6304F767866}" type="presParOf" srcId="{9A209507-5F01-47D4-B163-01C3653EF6D0}" destId="{824724F3-A1DB-478A-824D-6ED627FD2299}" srcOrd="15" destOrd="0" presId="urn:microsoft.com/office/officeart/2008/layout/LinedList"/>
    <dgm:cxn modelId="{6DB9821A-17F1-4B59-8EE9-C0C123A0EB2D}" type="presParOf" srcId="{824724F3-A1DB-478A-824D-6ED627FD2299}" destId="{5DB01509-D00E-4100-AB94-B043BA15A5B8}" srcOrd="0" destOrd="0" presId="urn:microsoft.com/office/officeart/2008/layout/LinedList"/>
    <dgm:cxn modelId="{4D04D11F-F068-4E19-B35D-B559A4B78CF7}" type="presParOf" srcId="{824724F3-A1DB-478A-824D-6ED627FD2299}" destId="{008E5D44-4473-4BE1-8BBA-2534B62F898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292B4E7-D009-495F-A7F3-D0392F85F41A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53F8A9C-A9AA-4790-A3C8-B07389737934}">
      <dgm:prSet/>
      <dgm:spPr/>
      <dgm:t>
        <a:bodyPr/>
        <a:lstStyle/>
        <a:p>
          <a:r>
            <a:rPr lang="en-IN"/>
            <a:t>Raw CSV Files</a:t>
          </a:r>
          <a:endParaRPr lang="en-US"/>
        </a:p>
      </dgm:t>
    </dgm:pt>
    <dgm:pt modelId="{DC890E94-FDA8-4A0E-B016-C1ADA6FA4FC0}" type="parTrans" cxnId="{F4ADC179-19D2-492A-BC4A-CE95852F75CA}">
      <dgm:prSet/>
      <dgm:spPr/>
      <dgm:t>
        <a:bodyPr/>
        <a:lstStyle/>
        <a:p>
          <a:endParaRPr lang="en-US"/>
        </a:p>
      </dgm:t>
    </dgm:pt>
    <dgm:pt modelId="{9AB17DF5-D39E-40C0-970D-ABE505ADD7A8}" type="sibTrans" cxnId="{F4ADC179-19D2-492A-BC4A-CE95852F75CA}">
      <dgm:prSet/>
      <dgm:spPr/>
      <dgm:t>
        <a:bodyPr/>
        <a:lstStyle/>
        <a:p>
          <a:endParaRPr lang="en-US"/>
        </a:p>
      </dgm:t>
    </dgm:pt>
    <dgm:pt modelId="{CBF08282-039A-4889-BEEB-B5660A3367AA}">
      <dgm:prSet/>
      <dgm:spPr/>
      <dgm:t>
        <a:bodyPr/>
        <a:lstStyle/>
        <a:p>
          <a:r>
            <a:rPr lang="en-IN"/>
            <a:t>↓</a:t>
          </a:r>
          <a:endParaRPr lang="en-US"/>
        </a:p>
      </dgm:t>
    </dgm:pt>
    <dgm:pt modelId="{8A420434-B5CA-4773-98FA-BC644BA3EB60}" type="parTrans" cxnId="{BDA32572-55F3-4137-BF3A-6AB9A6D7BCEE}">
      <dgm:prSet/>
      <dgm:spPr/>
      <dgm:t>
        <a:bodyPr/>
        <a:lstStyle/>
        <a:p>
          <a:endParaRPr lang="en-US"/>
        </a:p>
      </dgm:t>
    </dgm:pt>
    <dgm:pt modelId="{A109F398-B527-42C8-B091-F028838E5CBC}" type="sibTrans" cxnId="{BDA32572-55F3-4137-BF3A-6AB9A6D7BCEE}">
      <dgm:prSet/>
      <dgm:spPr/>
      <dgm:t>
        <a:bodyPr/>
        <a:lstStyle/>
        <a:p>
          <a:endParaRPr lang="en-US"/>
        </a:p>
      </dgm:t>
    </dgm:pt>
    <dgm:pt modelId="{F756E00D-4C76-4984-A408-EEC19A58E344}">
      <dgm:prSet/>
      <dgm:spPr/>
      <dgm:t>
        <a:bodyPr/>
        <a:lstStyle/>
        <a:p>
          <a:r>
            <a:rPr lang="en-IN"/>
            <a:t>Data Cleaning (Python + Pandas)</a:t>
          </a:r>
          <a:endParaRPr lang="en-US"/>
        </a:p>
      </dgm:t>
    </dgm:pt>
    <dgm:pt modelId="{F3050A37-A796-415C-B2D1-1AE728FA0BE3}" type="parTrans" cxnId="{7AAA3885-8197-4EC7-B724-F568E93C64B7}">
      <dgm:prSet/>
      <dgm:spPr/>
      <dgm:t>
        <a:bodyPr/>
        <a:lstStyle/>
        <a:p>
          <a:endParaRPr lang="en-US"/>
        </a:p>
      </dgm:t>
    </dgm:pt>
    <dgm:pt modelId="{CE5D64A3-9CBE-474C-B617-CE5EABE4A295}" type="sibTrans" cxnId="{7AAA3885-8197-4EC7-B724-F568E93C64B7}">
      <dgm:prSet/>
      <dgm:spPr/>
      <dgm:t>
        <a:bodyPr/>
        <a:lstStyle/>
        <a:p>
          <a:endParaRPr lang="en-US"/>
        </a:p>
      </dgm:t>
    </dgm:pt>
    <dgm:pt modelId="{622DC7FD-5C0D-49E1-8C5B-0342EF62DBAE}">
      <dgm:prSet/>
      <dgm:spPr/>
      <dgm:t>
        <a:bodyPr/>
        <a:lstStyle/>
        <a:p>
          <a:r>
            <a:rPr lang="en-IN"/>
            <a:t>↓</a:t>
          </a:r>
          <a:endParaRPr lang="en-US"/>
        </a:p>
      </dgm:t>
    </dgm:pt>
    <dgm:pt modelId="{3EFF23C5-CD84-4825-931A-51A525E94884}" type="parTrans" cxnId="{BE656748-B7CB-49BC-8717-4CEE0B413237}">
      <dgm:prSet/>
      <dgm:spPr/>
      <dgm:t>
        <a:bodyPr/>
        <a:lstStyle/>
        <a:p>
          <a:endParaRPr lang="en-US"/>
        </a:p>
      </dgm:t>
    </dgm:pt>
    <dgm:pt modelId="{63C1E12F-A7E2-46CF-A361-2AB45E8C24D6}" type="sibTrans" cxnId="{BE656748-B7CB-49BC-8717-4CEE0B413237}">
      <dgm:prSet/>
      <dgm:spPr/>
      <dgm:t>
        <a:bodyPr/>
        <a:lstStyle/>
        <a:p>
          <a:endParaRPr lang="en-US"/>
        </a:p>
      </dgm:t>
    </dgm:pt>
    <dgm:pt modelId="{9C72109D-A5CF-4FD1-81B9-F06365EB1ABF}">
      <dgm:prSet/>
      <dgm:spPr/>
      <dgm:t>
        <a:bodyPr/>
        <a:lstStyle/>
        <a:p>
          <a:r>
            <a:rPr lang="en-IN"/>
            <a:t>Feature Engineering</a:t>
          </a:r>
          <a:endParaRPr lang="en-US"/>
        </a:p>
      </dgm:t>
    </dgm:pt>
    <dgm:pt modelId="{AB4C6EFD-D57D-438A-BD8C-CD9E1BBBD61A}" type="parTrans" cxnId="{A1501472-81C6-4A3E-B5D1-9944127578E4}">
      <dgm:prSet/>
      <dgm:spPr/>
      <dgm:t>
        <a:bodyPr/>
        <a:lstStyle/>
        <a:p>
          <a:endParaRPr lang="en-US"/>
        </a:p>
      </dgm:t>
    </dgm:pt>
    <dgm:pt modelId="{5EF89BE8-EB06-4313-99E5-884EAE96B278}" type="sibTrans" cxnId="{A1501472-81C6-4A3E-B5D1-9944127578E4}">
      <dgm:prSet/>
      <dgm:spPr/>
      <dgm:t>
        <a:bodyPr/>
        <a:lstStyle/>
        <a:p>
          <a:endParaRPr lang="en-US"/>
        </a:p>
      </dgm:t>
    </dgm:pt>
    <dgm:pt modelId="{09F656C8-C06B-423B-98D3-027DB34BA7AF}">
      <dgm:prSet/>
      <dgm:spPr/>
      <dgm:t>
        <a:bodyPr/>
        <a:lstStyle/>
        <a:p>
          <a:r>
            <a:rPr lang="en-IN"/>
            <a:t>↓</a:t>
          </a:r>
          <a:endParaRPr lang="en-US"/>
        </a:p>
      </dgm:t>
    </dgm:pt>
    <dgm:pt modelId="{A6254C09-884B-4008-AD0D-F3D8E21818E7}" type="parTrans" cxnId="{FB299F3A-1513-4437-8CB0-76FA841B981E}">
      <dgm:prSet/>
      <dgm:spPr/>
      <dgm:t>
        <a:bodyPr/>
        <a:lstStyle/>
        <a:p>
          <a:endParaRPr lang="en-US"/>
        </a:p>
      </dgm:t>
    </dgm:pt>
    <dgm:pt modelId="{41981208-9D74-4213-B782-B6263359B510}" type="sibTrans" cxnId="{FB299F3A-1513-4437-8CB0-76FA841B981E}">
      <dgm:prSet/>
      <dgm:spPr/>
      <dgm:t>
        <a:bodyPr/>
        <a:lstStyle/>
        <a:p>
          <a:endParaRPr lang="en-US"/>
        </a:p>
      </dgm:t>
    </dgm:pt>
    <dgm:pt modelId="{E92D3793-C68B-4922-A9F5-7EFAA2DBEDFB}">
      <dgm:prSet/>
      <dgm:spPr/>
      <dgm:t>
        <a:bodyPr/>
        <a:lstStyle/>
        <a:p>
          <a:r>
            <a:rPr lang="en-IN"/>
            <a:t>SQLite Database</a:t>
          </a:r>
          <a:endParaRPr lang="en-US"/>
        </a:p>
      </dgm:t>
    </dgm:pt>
    <dgm:pt modelId="{65ED7C4D-BABC-4AC1-8283-A8181D8841F7}" type="parTrans" cxnId="{A08159F3-13CA-4252-9E3A-8305BCFA4A9A}">
      <dgm:prSet/>
      <dgm:spPr/>
      <dgm:t>
        <a:bodyPr/>
        <a:lstStyle/>
        <a:p>
          <a:endParaRPr lang="en-US"/>
        </a:p>
      </dgm:t>
    </dgm:pt>
    <dgm:pt modelId="{AFB1F455-7FEC-4935-91DB-5674D7631B0B}" type="sibTrans" cxnId="{A08159F3-13CA-4252-9E3A-8305BCFA4A9A}">
      <dgm:prSet/>
      <dgm:spPr/>
      <dgm:t>
        <a:bodyPr/>
        <a:lstStyle/>
        <a:p>
          <a:endParaRPr lang="en-US"/>
        </a:p>
      </dgm:t>
    </dgm:pt>
    <dgm:pt modelId="{32AF3D96-F8A5-402F-9412-21BD074E4F82}">
      <dgm:prSet/>
      <dgm:spPr/>
      <dgm:t>
        <a:bodyPr/>
        <a:lstStyle/>
        <a:p>
          <a:r>
            <a:rPr lang="en-IN"/>
            <a:t>↓</a:t>
          </a:r>
          <a:endParaRPr lang="en-US"/>
        </a:p>
      </dgm:t>
    </dgm:pt>
    <dgm:pt modelId="{B7127FBB-7A29-42E6-BF49-E362FA4887BC}" type="parTrans" cxnId="{80260C23-7C73-47E7-BBA8-1058AE91FDAD}">
      <dgm:prSet/>
      <dgm:spPr/>
      <dgm:t>
        <a:bodyPr/>
        <a:lstStyle/>
        <a:p>
          <a:endParaRPr lang="en-US"/>
        </a:p>
      </dgm:t>
    </dgm:pt>
    <dgm:pt modelId="{FA3522B1-2CF1-4C7C-95A6-89AF57201E20}" type="sibTrans" cxnId="{80260C23-7C73-47E7-BBA8-1058AE91FDAD}">
      <dgm:prSet/>
      <dgm:spPr/>
      <dgm:t>
        <a:bodyPr/>
        <a:lstStyle/>
        <a:p>
          <a:endParaRPr lang="en-US"/>
        </a:p>
      </dgm:t>
    </dgm:pt>
    <dgm:pt modelId="{528B3770-EA94-47AB-A033-47968715D9BE}">
      <dgm:prSet/>
      <dgm:spPr/>
      <dgm:t>
        <a:bodyPr/>
        <a:lstStyle/>
        <a:p>
          <a:r>
            <a:rPr lang="en-IN"/>
            <a:t>EDA &amp; Analytics</a:t>
          </a:r>
          <a:endParaRPr lang="en-US"/>
        </a:p>
      </dgm:t>
    </dgm:pt>
    <dgm:pt modelId="{1584F8F8-ACE1-48F9-B363-91D06367D226}" type="parTrans" cxnId="{9E347288-D8B4-49C3-8C18-EADEEA8A2985}">
      <dgm:prSet/>
      <dgm:spPr/>
      <dgm:t>
        <a:bodyPr/>
        <a:lstStyle/>
        <a:p>
          <a:endParaRPr lang="en-US"/>
        </a:p>
      </dgm:t>
    </dgm:pt>
    <dgm:pt modelId="{5A0BD884-D272-4A28-B93B-8D072CC5AA0E}" type="sibTrans" cxnId="{9E347288-D8B4-49C3-8C18-EADEEA8A2985}">
      <dgm:prSet/>
      <dgm:spPr/>
      <dgm:t>
        <a:bodyPr/>
        <a:lstStyle/>
        <a:p>
          <a:endParaRPr lang="en-US"/>
        </a:p>
      </dgm:t>
    </dgm:pt>
    <dgm:pt modelId="{4DE61E30-8B06-41B3-B8E9-8B0242FCEDAC}">
      <dgm:prSet/>
      <dgm:spPr/>
      <dgm:t>
        <a:bodyPr/>
        <a:lstStyle/>
        <a:p>
          <a:r>
            <a:rPr lang="en-IN"/>
            <a:t>↓</a:t>
          </a:r>
          <a:endParaRPr lang="en-US"/>
        </a:p>
      </dgm:t>
    </dgm:pt>
    <dgm:pt modelId="{3C44F7BB-A519-4E73-A4F7-8071CF2CBC2D}" type="parTrans" cxnId="{36CDEF7F-6C76-4C48-B0BA-3B6F2C8A38D9}">
      <dgm:prSet/>
      <dgm:spPr/>
      <dgm:t>
        <a:bodyPr/>
        <a:lstStyle/>
        <a:p>
          <a:endParaRPr lang="en-US"/>
        </a:p>
      </dgm:t>
    </dgm:pt>
    <dgm:pt modelId="{82D5AB20-3355-45ED-BFFC-DF46B9029049}" type="sibTrans" cxnId="{36CDEF7F-6C76-4C48-B0BA-3B6F2C8A38D9}">
      <dgm:prSet/>
      <dgm:spPr/>
      <dgm:t>
        <a:bodyPr/>
        <a:lstStyle/>
        <a:p>
          <a:endParaRPr lang="en-US"/>
        </a:p>
      </dgm:t>
    </dgm:pt>
    <dgm:pt modelId="{5BDF2FAC-18CA-4A60-9E3C-D9C82DFA3ED7}">
      <dgm:prSet/>
      <dgm:spPr/>
      <dgm:t>
        <a:bodyPr/>
        <a:lstStyle/>
        <a:p>
          <a:r>
            <a:rPr lang="en-IN"/>
            <a:t>Power BI Dashboard</a:t>
          </a:r>
          <a:endParaRPr lang="en-US"/>
        </a:p>
      </dgm:t>
    </dgm:pt>
    <dgm:pt modelId="{C00636DC-BEF9-4505-BF9F-E9D2BC904117}" type="parTrans" cxnId="{C67A8E45-64A2-4D42-87A3-07F78ED7A881}">
      <dgm:prSet/>
      <dgm:spPr/>
      <dgm:t>
        <a:bodyPr/>
        <a:lstStyle/>
        <a:p>
          <a:endParaRPr lang="en-US"/>
        </a:p>
      </dgm:t>
    </dgm:pt>
    <dgm:pt modelId="{C5727DB3-0008-4DE2-9FB4-5232B254761F}" type="sibTrans" cxnId="{C67A8E45-64A2-4D42-87A3-07F78ED7A881}">
      <dgm:prSet/>
      <dgm:spPr/>
      <dgm:t>
        <a:bodyPr/>
        <a:lstStyle/>
        <a:p>
          <a:endParaRPr lang="en-US"/>
        </a:p>
      </dgm:t>
    </dgm:pt>
    <dgm:pt modelId="{523F0D60-3928-4F6F-A37D-D7FBCF159D7C}">
      <dgm:prSet/>
      <dgm:spPr/>
      <dgm:t>
        <a:bodyPr/>
        <a:lstStyle/>
        <a:p>
          <a:r>
            <a:rPr lang="en-IN"/>
            <a:t>↓</a:t>
          </a:r>
          <a:endParaRPr lang="en-US"/>
        </a:p>
      </dgm:t>
    </dgm:pt>
    <dgm:pt modelId="{D1EA5951-4696-4946-BDDB-F60265AFF9D8}" type="parTrans" cxnId="{7F5E8B39-BA44-453F-B8AF-22D1DB35D192}">
      <dgm:prSet/>
      <dgm:spPr/>
      <dgm:t>
        <a:bodyPr/>
        <a:lstStyle/>
        <a:p>
          <a:endParaRPr lang="en-US"/>
        </a:p>
      </dgm:t>
    </dgm:pt>
    <dgm:pt modelId="{A8AB9F45-98CB-4027-8A3C-449F9EE77F8F}" type="sibTrans" cxnId="{7F5E8B39-BA44-453F-B8AF-22D1DB35D192}">
      <dgm:prSet/>
      <dgm:spPr/>
      <dgm:t>
        <a:bodyPr/>
        <a:lstStyle/>
        <a:p>
          <a:endParaRPr lang="en-US"/>
        </a:p>
      </dgm:t>
    </dgm:pt>
    <dgm:pt modelId="{29B45268-503C-42A1-A20E-05F7E1389E54}">
      <dgm:prSet/>
      <dgm:spPr/>
      <dgm:t>
        <a:bodyPr/>
        <a:lstStyle/>
        <a:p>
          <a:r>
            <a:rPr lang="en-IN"/>
            <a:t>Insights &amp; Recommendations</a:t>
          </a:r>
          <a:endParaRPr lang="en-US"/>
        </a:p>
      </dgm:t>
    </dgm:pt>
    <dgm:pt modelId="{B9086E54-3354-4F54-BD53-6065E1E73257}" type="parTrans" cxnId="{5C33844B-8986-4B29-867D-2A0A1C4024C7}">
      <dgm:prSet/>
      <dgm:spPr/>
      <dgm:t>
        <a:bodyPr/>
        <a:lstStyle/>
        <a:p>
          <a:endParaRPr lang="en-US"/>
        </a:p>
      </dgm:t>
    </dgm:pt>
    <dgm:pt modelId="{BB0A550F-5916-4253-A2EC-FA0D7866862E}" type="sibTrans" cxnId="{5C33844B-8986-4B29-867D-2A0A1C4024C7}">
      <dgm:prSet/>
      <dgm:spPr/>
      <dgm:t>
        <a:bodyPr/>
        <a:lstStyle/>
        <a:p>
          <a:endParaRPr lang="en-US"/>
        </a:p>
      </dgm:t>
    </dgm:pt>
    <dgm:pt modelId="{8462E4C3-52CE-4DD9-A805-C8047D4478E7}" type="pres">
      <dgm:prSet presAssocID="{F292B4E7-D009-495F-A7F3-D0392F85F41A}" presName="vert0" presStyleCnt="0">
        <dgm:presLayoutVars>
          <dgm:dir/>
          <dgm:animOne val="branch"/>
          <dgm:animLvl val="lvl"/>
        </dgm:presLayoutVars>
      </dgm:prSet>
      <dgm:spPr/>
    </dgm:pt>
    <dgm:pt modelId="{EC05B898-949E-4685-8E2A-95515A15AACD}" type="pres">
      <dgm:prSet presAssocID="{653F8A9C-A9AA-4790-A3C8-B07389737934}" presName="thickLine" presStyleLbl="alignNode1" presStyleIdx="0" presStyleCnt="13"/>
      <dgm:spPr/>
    </dgm:pt>
    <dgm:pt modelId="{24C8C595-EA11-40E4-8535-4B03E97CD9C1}" type="pres">
      <dgm:prSet presAssocID="{653F8A9C-A9AA-4790-A3C8-B07389737934}" presName="horz1" presStyleCnt="0"/>
      <dgm:spPr/>
    </dgm:pt>
    <dgm:pt modelId="{D88D39F0-56BE-445F-BC8D-D627C4BD64A9}" type="pres">
      <dgm:prSet presAssocID="{653F8A9C-A9AA-4790-A3C8-B07389737934}" presName="tx1" presStyleLbl="revTx" presStyleIdx="0" presStyleCnt="13"/>
      <dgm:spPr/>
    </dgm:pt>
    <dgm:pt modelId="{0E1F558C-648D-4B98-92B1-BB56CBB32963}" type="pres">
      <dgm:prSet presAssocID="{653F8A9C-A9AA-4790-A3C8-B07389737934}" presName="vert1" presStyleCnt="0"/>
      <dgm:spPr/>
    </dgm:pt>
    <dgm:pt modelId="{A4C43C93-61D5-495F-8497-C4EC87721E6C}" type="pres">
      <dgm:prSet presAssocID="{CBF08282-039A-4889-BEEB-B5660A3367AA}" presName="thickLine" presStyleLbl="alignNode1" presStyleIdx="1" presStyleCnt="13"/>
      <dgm:spPr/>
    </dgm:pt>
    <dgm:pt modelId="{D41C9C62-D3C9-4328-9583-176781C226A9}" type="pres">
      <dgm:prSet presAssocID="{CBF08282-039A-4889-BEEB-B5660A3367AA}" presName="horz1" presStyleCnt="0"/>
      <dgm:spPr/>
    </dgm:pt>
    <dgm:pt modelId="{E6704441-CB3C-42C2-8333-5DB2A9B167E7}" type="pres">
      <dgm:prSet presAssocID="{CBF08282-039A-4889-BEEB-B5660A3367AA}" presName="tx1" presStyleLbl="revTx" presStyleIdx="1" presStyleCnt="13"/>
      <dgm:spPr/>
    </dgm:pt>
    <dgm:pt modelId="{787749EC-B913-483F-B11E-138A7E7ACD7F}" type="pres">
      <dgm:prSet presAssocID="{CBF08282-039A-4889-BEEB-B5660A3367AA}" presName="vert1" presStyleCnt="0"/>
      <dgm:spPr/>
    </dgm:pt>
    <dgm:pt modelId="{333BF444-D953-438B-A8D2-9AA2FBB6F24B}" type="pres">
      <dgm:prSet presAssocID="{F756E00D-4C76-4984-A408-EEC19A58E344}" presName="thickLine" presStyleLbl="alignNode1" presStyleIdx="2" presStyleCnt="13"/>
      <dgm:spPr/>
    </dgm:pt>
    <dgm:pt modelId="{D4AF9B52-8C41-4D60-AFA1-6EA8D6C07257}" type="pres">
      <dgm:prSet presAssocID="{F756E00D-4C76-4984-A408-EEC19A58E344}" presName="horz1" presStyleCnt="0"/>
      <dgm:spPr/>
    </dgm:pt>
    <dgm:pt modelId="{41465915-2ED9-4861-8AB9-80761A106AAC}" type="pres">
      <dgm:prSet presAssocID="{F756E00D-4C76-4984-A408-EEC19A58E344}" presName="tx1" presStyleLbl="revTx" presStyleIdx="2" presStyleCnt="13"/>
      <dgm:spPr/>
    </dgm:pt>
    <dgm:pt modelId="{D48122EF-D649-4DBE-B728-7C4AB06769F6}" type="pres">
      <dgm:prSet presAssocID="{F756E00D-4C76-4984-A408-EEC19A58E344}" presName="vert1" presStyleCnt="0"/>
      <dgm:spPr/>
    </dgm:pt>
    <dgm:pt modelId="{31145C4B-AB5C-49DE-B72C-1876085DDC9B}" type="pres">
      <dgm:prSet presAssocID="{622DC7FD-5C0D-49E1-8C5B-0342EF62DBAE}" presName="thickLine" presStyleLbl="alignNode1" presStyleIdx="3" presStyleCnt="13"/>
      <dgm:spPr/>
    </dgm:pt>
    <dgm:pt modelId="{2D6E3B7C-0DC0-4D23-9640-A0AEDD9931A2}" type="pres">
      <dgm:prSet presAssocID="{622DC7FD-5C0D-49E1-8C5B-0342EF62DBAE}" presName="horz1" presStyleCnt="0"/>
      <dgm:spPr/>
    </dgm:pt>
    <dgm:pt modelId="{132FEC9B-D5DC-41F8-B594-1E1A42A8C7FA}" type="pres">
      <dgm:prSet presAssocID="{622DC7FD-5C0D-49E1-8C5B-0342EF62DBAE}" presName="tx1" presStyleLbl="revTx" presStyleIdx="3" presStyleCnt="13"/>
      <dgm:spPr/>
    </dgm:pt>
    <dgm:pt modelId="{4816DA97-1CEC-4D8C-9095-4E1FC26F73E5}" type="pres">
      <dgm:prSet presAssocID="{622DC7FD-5C0D-49E1-8C5B-0342EF62DBAE}" presName="vert1" presStyleCnt="0"/>
      <dgm:spPr/>
    </dgm:pt>
    <dgm:pt modelId="{7E5DDFC6-CB14-46F3-962B-5A9B9F6E5823}" type="pres">
      <dgm:prSet presAssocID="{9C72109D-A5CF-4FD1-81B9-F06365EB1ABF}" presName="thickLine" presStyleLbl="alignNode1" presStyleIdx="4" presStyleCnt="13"/>
      <dgm:spPr/>
    </dgm:pt>
    <dgm:pt modelId="{10EA83AE-405C-4BAB-95A9-3176FE758BFA}" type="pres">
      <dgm:prSet presAssocID="{9C72109D-A5CF-4FD1-81B9-F06365EB1ABF}" presName="horz1" presStyleCnt="0"/>
      <dgm:spPr/>
    </dgm:pt>
    <dgm:pt modelId="{C391433F-00CA-4C76-9C2F-9F742187657D}" type="pres">
      <dgm:prSet presAssocID="{9C72109D-A5CF-4FD1-81B9-F06365EB1ABF}" presName="tx1" presStyleLbl="revTx" presStyleIdx="4" presStyleCnt="13"/>
      <dgm:spPr/>
    </dgm:pt>
    <dgm:pt modelId="{FA8EB4B0-5655-4095-87C1-84501B2FEB7A}" type="pres">
      <dgm:prSet presAssocID="{9C72109D-A5CF-4FD1-81B9-F06365EB1ABF}" presName="vert1" presStyleCnt="0"/>
      <dgm:spPr/>
    </dgm:pt>
    <dgm:pt modelId="{35F863C3-2DE0-4FBC-BB3C-2DB522B4F670}" type="pres">
      <dgm:prSet presAssocID="{09F656C8-C06B-423B-98D3-027DB34BA7AF}" presName="thickLine" presStyleLbl="alignNode1" presStyleIdx="5" presStyleCnt="13"/>
      <dgm:spPr/>
    </dgm:pt>
    <dgm:pt modelId="{D4A3006D-9FDE-4DB1-8580-CA31D5D5A81C}" type="pres">
      <dgm:prSet presAssocID="{09F656C8-C06B-423B-98D3-027DB34BA7AF}" presName="horz1" presStyleCnt="0"/>
      <dgm:spPr/>
    </dgm:pt>
    <dgm:pt modelId="{A2555EC1-8D76-4403-AFC6-F000C63E42FD}" type="pres">
      <dgm:prSet presAssocID="{09F656C8-C06B-423B-98D3-027DB34BA7AF}" presName="tx1" presStyleLbl="revTx" presStyleIdx="5" presStyleCnt="13"/>
      <dgm:spPr/>
    </dgm:pt>
    <dgm:pt modelId="{42D8BAF8-07BA-4710-B507-BD82AAB8B3B8}" type="pres">
      <dgm:prSet presAssocID="{09F656C8-C06B-423B-98D3-027DB34BA7AF}" presName="vert1" presStyleCnt="0"/>
      <dgm:spPr/>
    </dgm:pt>
    <dgm:pt modelId="{3F179D96-F1A5-4696-B87F-6848F9F8CA76}" type="pres">
      <dgm:prSet presAssocID="{E92D3793-C68B-4922-A9F5-7EFAA2DBEDFB}" presName="thickLine" presStyleLbl="alignNode1" presStyleIdx="6" presStyleCnt="13"/>
      <dgm:spPr/>
    </dgm:pt>
    <dgm:pt modelId="{F9CDF9E2-1EB5-4CB5-9FBC-FF57B089F891}" type="pres">
      <dgm:prSet presAssocID="{E92D3793-C68B-4922-A9F5-7EFAA2DBEDFB}" presName="horz1" presStyleCnt="0"/>
      <dgm:spPr/>
    </dgm:pt>
    <dgm:pt modelId="{BB988FF9-40D5-49BE-96AF-45207EEF34F7}" type="pres">
      <dgm:prSet presAssocID="{E92D3793-C68B-4922-A9F5-7EFAA2DBEDFB}" presName="tx1" presStyleLbl="revTx" presStyleIdx="6" presStyleCnt="13"/>
      <dgm:spPr/>
    </dgm:pt>
    <dgm:pt modelId="{67AAAFF5-F10B-4F28-9E2B-9B02E5111818}" type="pres">
      <dgm:prSet presAssocID="{E92D3793-C68B-4922-A9F5-7EFAA2DBEDFB}" presName="vert1" presStyleCnt="0"/>
      <dgm:spPr/>
    </dgm:pt>
    <dgm:pt modelId="{343DF558-7CB9-41C3-9B5B-55E0ABEA8FCF}" type="pres">
      <dgm:prSet presAssocID="{32AF3D96-F8A5-402F-9412-21BD074E4F82}" presName="thickLine" presStyleLbl="alignNode1" presStyleIdx="7" presStyleCnt="13"/>
      <dgm:spPr/>
    </dgm:pt>
    <dgm:pt modelId="{D353AB4A-0DD6-4297-AA1B-671C1E5AFB78}" type="pres">
      <dgm:prSet presAssocID="{32AF3D96-F8A5-402F-9412-21BD074E4F82}" presName="horz1" presStyleCnt="0"/>
      <dgm:spPr/>
    </dgm:pt>
    <dgm:pt modelId="{9798FBEC-C108-4107-B9BF-71310CE90830}" type="pres">
      <dgm:prSet presAssocID="{32AF3D96-F8A5-402F-9412-21BD074E4F82}" presName="tx1" presStyleLbl="revTx" presStyleIdx="7" presStyleCnt="13"/>
      <dgm:spPr/>
    </dgm:pt>
    <dgm:pt modelId="{337BD318-479F-439F-822C-57EAD102FBE7}" type="pres">
      <dgm:prSet presAssocID="{32AF3D96-F8A5-402F-9412-21BD074E4F82}" presName="vert1" presStyleCnt="0"/>
      <dgm:spPr/>
    </dgm:pt>
    <dgm:pt modelId="{C2F4CBFE-0ADF-4EC3-8A30-D8DCD34A3B87}" type="pres">
      <dgm:prSet presAssocID="{528B3770-EA94-47AB-A033-47968715D9BE}" presName="thickLine" presStyleLbl="alignNode1" presStyleIdx="8" presStyleCnt="13"/>
      <dgm:spPr/>
    </dgm:pt>
    <dgm:pt modelId="{117B8190-1D40-4506-8A3F-15B27DEE61BD}" type="pres">
      <dgm:prSet presAssocID="{528B3770-EA94-47AB-A033-47968715D9BE}" presName="horz1" presStyleCnt="0"/>
      <dgm:spPr/>
    </dgm:pt>
    <dgm:pt modelId="{1B72EBD4-4E19-4BD8-A41E-6E80F68B5045}" type="pres">
      <dgm:prSet presAssocID="{528B3770-EA94-47AB-A033-47968715D9BE}" presName="tx1" presStyleLbl="revTx" presStyleIdx="8" presStyleCnt="13"/>
      <dgm:spPr/>
    </dgm:pt>
    <dgm:pt modelId="{F4EAA29E-DEC9-43D0-A7E9-3E763A2A2BF4}" type="pres">
      <dgm:prSet presAssocID="{528B3770-EA94-47AB-A033-47968715D9BE}" presName="vert1" presStyleCnt="0"/>
      <dgm:spPr/>
    </dgm:pt>
    <dgm:pt modelId="{3182D237-D534-4895-9090-A6F0E45B3B98}" type="pres">
      <dgm:prSet presAssocID="{4DE61E30-8B06-41B3-B8E9-8B0242FCEDAC}" presName="thickLine" presStyleLbl="alignNode1" presStyleIdx="9" presStyleCnt="13"/>
      <dgm:spPr/>
    </dgm:pt>
    <dgm:pt modelId="{ACFF9170-257E-4919-BFEE-30DC188E974F}" type="pres">
      <dgm:prSet presAssocID="{4DE61E30-8B06-41B3-B8E9-8B0242FCEDAC}" presName="horz1" presStyleCnt="0"/>
      <dgm:spPr/>
    </dgm:pt>
    <dgm:pt modelId="{58658354-4F6B-4747-BE82-AEFA65327965}" type="pres">
      <dgm:prSet presAssocID="{4DE61E30-8B06-41B3-B8E9-8B0242FCEDAC}" presName="tx1" presStyleLbl="revTx" presStyleIdx="9" presStyleCnt="13"/>
      <dgm:spPr/>
    </dgm:pt>
    <dgm:pt modelId="{E004ABB2-9582-433C-9AB2-5A6C2CC96636}" type="pres">
      <dgm:prSet presAssocID="{4DE61E30-8B06-41B3-B8E9-8B0242FCEDAC}" presName="vert1" presStyleCnt="0"/>
      <dgm:spPr/>
    </dgm:pt>
    <dgm:pt modelId="{FB12A15F-BDE8-489A-97B5-54E3C567C1DD}" type="pres">
      <dgm:prSet presAssocID="{5BDF2FAC-18CA-4A60-9E3C-D9C82DFA3ED7}" presName="thickLine" presStyleLbl="alignNode1" presStyleIdx="10" presStyleCnt="13"/>
      <dgm:spPr/>
    </dgm:pt>
    <dgm:pt modelId="{F603D78E-8BEC-42D7-A361-FA8AFDB6C2CA}" type="pres">
      <dgm:prSet presAssocID="{5BDF2FAC-18CA-4A60-9E3C-D9C82DFA3ED7}" presName="horz1" presStyleCnt="0"/>
      <dgm:spPr/>
    </dgm:pt>
    <dgm:pt modelId="{3E06ED1F-8D2E-44D5-B2C1-C62843531F2E}" type="pres">
      <dgm:prSet presAssocID="{5BDF2FAC-18CA-4A60-9E3C-D9C82DFA3ED7}" presName="tx1" presStyleLbl="revTx" presStyleIdx="10" presStyleCnt="13"/>
      <dgm:spPr/>
    </dgm:pt>
    <dgm:pt modelId="{84E11035-645B-4D19-998D-98A50CDB09C0}" type="pres">
      <dgm:prSet presAssocID="{5BDF2FAC-18CA-4A60-9E3C-D9C82DFA3ED7}" presName="vert1" presStyleCnt="0"/>
      <dgm:spPr/>
    </dgm:pt>
    <dgm:pt modelId="{9BD8606C-C45D-417F-BB25-71A972BF8553}" type="pres">
      <dgm:prSet presAssocID="{523F0D60-3928-4F6F-A37D-D7FBCF159D7C}" presName="thickLine" presStyleLbl="alignNode1" presStyleIdx="11" presStyleCnt="13"/>
      <dgm:spPr/>
    </dgm:pt>
    <dgm:pt modelId="{00E0C78A-71FD-4B22-91E0-15280F1FF624}" type="pres">
      <dgm:prSet presAssocID="{523F0D60-3928-4F6F-A37D-D7FBCF159D7C}" presName="horz1" presStyleCnt="0"/>
      <dgm:spPr/>
    </dgm:pt>
    <dgm:pt modelId="{6A2FCEAF-85F9-42CB-BE65-8496E4F43E1F}" type="pres">
      <dgm:prSet presAssocID="{523F0D60-3928-4F6F-A37D-D7FBCF159D7C}" presName="tx1" presStyleLbl="revTx" presStyleIdx="11" presStyleCnt="13"/>
      <dgm:spPr/>
    </dgm:pt>
    <dgm:pt modelId="{52324803-A410-48B2-B8E7-9EA4A65BAC53}" type="pres">
      <dgm:prSet presAssocID="{523F0D60-3928-4F6F-A37D-D7FBCF159D7C}" presName="vert1" presStyleCnt="0"/>
      <dgm:spPr/>
    </dgm:pt>
    <dgm:pt modelId="{B319B61D-F397-45E7-ADA4-0A4245CA8068}" type="pres">
      <dgm:prSet presAssocID="{29B45268-503C-42A1-A20E-05F7E1389E54}" presName="thickLine" presStyleLbl="alignNode1" presStyleIdx="12" presStyleCnt="13"/>
      <dgm:spPr/>
    </dgm:pt>
    <dgm:pt modelId="{F97AFE98-78EC-4690-BF10-CDC5FA8A6C93}" type="pres">
      <dgm:prSet presAssocID="{29B45268-503C-42A1-A20E-05F7E1389E54}" presName="horz1" presStyleCnt="0"/>
      <dgm:spPr/>
    </dgm:pt>
    <dgm:pt modelId="{B8ED9449-392A-472A-B58C-266737F2C5E7}" type="pres">
      <dgm:prSet presAssocID="{29B45268-503C-42A1-A20E-05F7E1389E54}" presName="tx1" presStyleLbl="revTx" presStyleIdx="12" presStyleCnt="13"/>
      <dgm:spPr/>
    </dgm:pt>
    <dgm:pt modelId="{E72A7E8D-A83C-49EB-9A6B-DDF671B5360F}" type="pres">
      <dgm:prSet presAssocID="{29B45268-503C-42A1-A20E-05F7E1389E54}" presName="vert1" presStyleCnt="0"/>
      <dgm:spPr/>
    </dgm:pt>
  </dgm:ptLst>
  <dgm:cxnLst>
    <dgm:cxn modelId="{80260C23-7C73-47E7-BBA8-1058AE91FDAD}" srcId="{F292B4E7-D009-495F-A7F3-D0392F85F41A}" destId="{32AF3D96-F8A5-402F-9412-21BD074E4F82}" srcOrd="7" destOrd="0" parTransId="{B7127FBB-7A29-42E6-BF49-E362FA4887BC}" sibTransId="{FA3522B1-2CF1-4C7C-95A6-89AF57201E20}"/>
    <dgm:cxn modelId="{CEEC5226-A18F-43F5-87FA-42C8BF2E5E49}" type="presOf" srcId="{653F8A9C-A9AA-4790-A3C8-B07389737934}" destId="{D88D39F0-56BE-445F-BC8D-D627C4BD64A9}" srcOrd="0" destOrd="0" presId="urn:microsoft.com/office/officeart/2008/layout/LinedList"/>
    <dgm:cxn modelId="{6AF31C36-8334-4875-ACA8-6B59B26D737D}" type="presOf" srcId="{29B45268-503C-42A1-A20E-05F7E1389E54}" destId="{B8ED9449-392A-472A-B58C-266737F2C5E7}" srcOrd="0" destOrd="0" presId="urn:microsoft.com/office/officeart/2008/layout/LinedList"/>
    <dgm:cxn modelId="{7F5E8B39-BA44-453F-B8AF-22D1DB35D192}" srcId="{F292B4E7-D009-495F-A7F3-D0392F85F41A}" destId="{523F0D60-3928-4F6F-A37D-D7FBCF159D7C}" srcOrd="11" destOrd="0" parTransId="{D1EA5951-4696-4946-BDDB-F60265AFF9D8}" sibTransId="{A8AB9F45-98CB-4027-8A3C-449F9EE77F8F}"/>
    <dgm:cxn modelId="{FB299F3A-1513-4437-8CB0-76FA841B981E}" srcId="{F292B4E7-D009-495F-A7F3-D0392F85F41A}" destId="{09F656C8-C06B-423B-98D3-027DB34BA7AF}" srcOrd="5" destOrd="0" parTransId="{A6254C09-884B-4008-AD0D-F3D8E21818E7}" sibTransId="{41981208-9D74-4213-B782-B6263359B510}"/>
    <dgm:cxn modelId="{249B1C5F-9B57-4609-9DE3-90676C7E6DE2}" type="presOf" srcId="{622DC7FD-5C0D-49E1-8C5B-0342EF62DBAE}" destId="{132FEC9B-D5DC-41F8-B594-1E1A42A8C7FA}" srcOrd="0" destOrd="0" presId="urn:microsoft.com/office/officeart/2008/layout/LinedList"/>
    <dgm:cxn modelId="{C67A8E45-64A2-4D42-87A3-07F78ED7A881}" srcId="{F292B4E7-D009-495F-A7F3-D0392F85F41A}" destId="{5BDF2FAC-18CA-4A60-9E3C-D9C82DFA3ED7}" srcOrd="10" destOrd="0" parTransId="{C00636DC-BEF9-4505-BF9F-E9D2BC904117}" sibTransId="{C5727DB3-0008-4DE2-9FB4-5232B254761F}"/>
    <dgm:cxn modelId="{BE656748-B7CB-49BC-8717-4CEE0B413237}" srcId="{F292B4E7-D009-495F-A7F3-D0392F85F41A}" destId="{622DC7FD-5C0D-49E1-8C5B-0342EF62DBAE}" srcOrd="3" destOrd="0" parTransId="{3EFF23C5-CD84-4825-931A-51A525E94884}" sibTransId="{63C1E12F-A7E2-46CF-A361-2AB45E8C24D6}"/>
    <dgm:cxn modelId="{D7E61E6A-AD5C-4BAD-AA58-AAFAABDC6C01}" type="presOf" srcId="{528B3770-EA94-47AB-A033-47968715D9BE}" destId="{1B72EBD4-4E19-4BD8-A41E-6E80F68B5045}" srcOrd="0" destOrd="0" presId="urn:microsoft.com/office/officeart/2008/layout/LinedList"/>
    <dgm:cxn modelId="{5C33844B-8986-4B29-867D-2A0A1C4024C7}" srcId="{F292B4E7-D009-495F-A7F3-D0392F85F41A}" destId="{29B45268-503C-42A1-A20E-05F7E1389E54}" srcOrd="12" destOrd="0" parTransId="{B9086E54-3354-4F54-BD53-6065E1E73257}" sibTransId="{BB0A550F-5916-4253-A2EC-FA0D7866862E}"/>
    <dgm:cxn modelId="{95089E4C-6012-47B2-84F3-6EE492EB741D}" type="presOf" srcId="{32AF3D96-F8A5-402F-9412-21BD074E4F82}" destId="{9798FBEC-C108-4107-B9BF-71310CE90830}" srcOrd="0" destOrd="0" presId="urn:microsoft.com/office/officeart/2008/layout/LinedList"/>
    <dgm:cxn modelId="{28B5B06F-4B7C-4056-A6FF-DD4914B3A6FB}" type="presOf" srcId="{523F0D60-3928-4F6F-A37D-D7FBCF159D7C}" destId="{6A2FCEAF-85F9-42CB-BE65-8496E4F43E1F}" srcOrd="0" destOrd="0" presId="urn:microsoft.com/office/officeart/2008/layout/LinedList"/>
    <dgm:cxn modelId="{C2D4FA50-2B16-40F5-95BB-15E27DBB639B}" type="presOf" srcId="{9C72109D-A5CF-4FD1-81B9-F06365EB1ABF}" destId="{C391433F-00CA-4C76-9C2F-9F742187657D}" srcOrd="0" destOrd="0" presId="urn:microsoft.com/office/officeart/2008/layout/LinedList"/>
    <dgm:cxn modelId="{A1501472-81C6-4A3E-B5D1-9944127578E4}" srcId="{F292B4E7-D009-495F-A7F3-D0392F85F41A}" destId="{9C72109D-A5CF-4FD1-81B9-F06365EB1ABF}" srcOrd="4" destOrd="0" parTransId="{AB4C6EFD-D57D-438A-BD8C-CD9E1BBBD61A}" sibTransId="{5EF89BE8-EB06-4313-99E5-884EAE96B278}"/>
    <dgm:cxn modelId="{BDA32572-55F3-4137-BF3A-6AB9A6D7BCEE}" srcId="{F292B4E7-D009-495F-A7F3-D0392F85F41A}" destId="{CBF08282-039A-4889-BEEB-B5660A3367AA}" srcOrd="1" destOrd="0" parTransId="{8A420434-B5CA-4773-98FA-BC644BA3EB60}" sibTransId="{A109F398-B527-42C8-B091-F028838E5CBC}"/>
    <dgm:cxn modelId="{C8C8CF55-DC80-4359-BA2C-A5964049A92C}" type="presOf" srcId="{5BDF2FAC-18CA-4A60-9E3C-D9C82DFA3ED7}" destId="{3E06ED1F-8D2E-44D5-B2C1-C62843531F2E}" srcOrd="0" destOrd="0" presId="urn:microsoft.com/office/officeart/2008/layout/LinedList"/>
    <dgm:cxn modelId="{F4ADC179-19D2-492A-BC4A-CE95852F75CA}" srcId="{F292B4E7-D009-495F-A7F3-D0392F85F41A}" destId="{653F8A9C-A9AA-4790-A3C8-B07389737934}" srcOrd="0" destOrd="0" parTransId="{DC890E94-FDA8-4A0E-B016-C1ADA6FA4FC0}" sibTransId="{9AB17DF5-D39E-40C0-970D-ABE505ADD7A8}"/>
    <dgm:cxn modelId="{19AB527B-9DE8-4016-BB48-79C9F05CCA58}" type="presOf" srcId="{F756E00D-4C76-4984-A408-EEC19A58E344}" destId="{41465915-2ED9-4861-8AB9-80761A106AAC}" srcOrd="0" destOrd="0" presId="urn:microsoft.com/office/officeart/2008/layout/LinedList"/>
    <dgm:cxn modelId="{36CDEF7F-6C76-4C48-B0BA-3B6F2C8A38D9}" srcId="{F292B4E7-D009-495F-A7F3-D0392F85F41A}" destId="{4DE61E30-8B06-41B3-B8E9-8B0242FCEDAC}" srcOrd="9" destOrd="0" parTransId="{3C44F7BB-A519-4E73-A4F7-8071CF2CBC2D}" sibTransId="{82D5AB20-3355-45ED-BFFC-DF46B9029049}"/>
    <dgm:cxn modelId="{7AAA3885-8197-4EC7-B724-F568E93C64B7}" srcId="{F292B4E7-D009-495F-A7F3-D0392F85F41A}" destId="{F756E00D-4C76-4984-A408-EEC19A58E344}" srcOrd="2" destOrd="0" parTransId="{F3050A37-A796-415C-B2D1-1AE728FA0BE3}" sibTransId="{CE5D64A3-9CBE-474C-B617-CE5EABE4A295}"/>
    <dgm:cxn modelId="{9E347288-D8B4-49C3-8C18-EADEEA8A2985}" srcId="{F292B4E7-D009-495F-A7F3-D0392F85F41A}" destId="{528B3770-EA94-47AB-A033-47968715D9BE}" srcOrd="8" destOrd="0" parTransId="{1584F8F8-ACE1-48F9-B363-91D06367D226}" sibTransId="{5A0BD884-D272-4A28-B93B-8D072CC5AA0E}"/>
    <dgm:cxn modelId="{160A8F92-F82D-4DE1-970C-15D2010E45BD}" type="presOf" srcId="{4DE61E30-8B06-41B3-B8E9-8B0242FCEDAC}" destId="{58658354-4F6B-4747-BE82-AEFA65327965}" srcOrd="0" destOrd="0" presId="urn:microsoft.com/office/officeart/2008/layout/LinedList"/>
    <dgm:cxn modelId="{F51A11A2-431A-43E1-B4E7-50459CD5CD40}" type="presOf" srcId="{09F656C8-C06B-423B-98D3-027DB34BA7AF}" destId="{A2555EC1-8D76-4403-AFC6-F000C63E42FD}" srcOrd="0" destOrd="0" presId="urn:microsoft.com/office/officeart/2008/layout/LinedList"/>
    <dgm:cxn modelId="{EADCA5C5-D1E0-4FA1-B6BC-3FCE969354FC}" type="presOf" srcId="{F292B4E7-D009-495F-A7F3-D0392F85F41A}" destId="{8462E4C3-52CE-4DD9-A805-C8047D4478E7}" srcOrd="0" destOrd="0" presId="urn:microsoft.com/office/officeart/2008/layout/LinedList"/>
    <dgm:cxn modelId="{31F0F5D9-0F10-427B-8091-A5A3DD12963A}" type="presOf" srcId="{CBF08282-039A-4889-BEEB-B5660A3367AA}" destId="{E6704441-CB3C-42C2-8333-5DB2A9B167E7}" srcOrd="0" destOrd="0" presId="urn:microsoft.com/office/officeart/2008/layout/LinedList"/>
    <dgm:cxn modelId="{A08159F3-13CA-4252-9E3A-8305BCFA4A9A}" srcId="{F292B4E7-D009-495F-A7F3-D0392F85F41A}" destId="{E92D3793-C68B-4922-A9F5-7EFAA2DBEDFB}" srcOrd="6" destOrd="0" parTransId="{65ED7C4D-BABC-4AC1-8283-A8181D8841F7}" sibTransId="{AFB1F455-7FEC-4935-91DB-5674D7631B0B}"/>
    <dgm:cxn modelId="{3F4B91F5-8CBF-4399-8879-093C8FD266EC}" type="presOf" srcId="{E92D3793-C68B-4922-A9F5-7EFAA2DBEDFB}" destId="{BB988FF9-40D5-49BE-96AF-45207EEF34F7}" srcOrd="0" destOrd="0" presId="urn:microsoft.com/office/officeart/2008/layout/LinedList"/>
    <dgm:cxn modelId="{AEBC4272-8C3A-45AD-80D2-D712997B705E}" type="presParOf" srcId="{8462E4C3-52CE-4DD9-A805-C8047D4478E7}" destId="{EC05B898-949E-4685-8E2A-95515A15AACD}" srcOrd="0" destOrd="0" presId="urn:microsoft.com/office/officeart/2008/layout/LinedList"/>
    <dgm:cxn modelId="{4D33CB62-8C3C-40AE-BCCE-116A29A011FA}" type="presParOf" srcId="{8462E4C3-52CE-4DD9-A805-C8047D4478E7}" destId="{24C8C595-EA11-40E4-8535-4B03E97CD9C1}" srcOrd="1" destOrd="0" presId="urn:microsoft.com/office/officeart/2008/layout/LinedList"/>
    <dgm:cxn modelId="{0E754D85-CC92-42A2-B6B9-220B5A45CBAC}" type="presParOf" srcId="{24C8C595-EA11-40E4-8535-4B03E97CD9C1}" destId="{D88D39F0-56BE-445F-BC8D-D627C4BD64A9}" srcOrd="0" destOrd="0" presId="urn:microsoft.com/office/officeart/2008/layout/LinedList"/>
    <dgm:cxn modelId="{FA10B69A-646E-4E46-9944-5D515E6CD8EE}" type="presParOf" srcId="{24C8C595-EA11-40E4-8535-4B03E97CD9C1}" destId="{0E1F558C-648D-4B98-92B1-BB56CBB32963}" srcOrd="1" destOrd="0" presId="urn:microsoft.com/office/officeart/2008/layout/LinedList"/>
    <dgm:cxn modelId="{75265325-80C0-46AE-9745-21BB83E2DBBF}" type="presParOf" srcId="{8462E4C3-52CE-4DD9-A805-C8047D4478E7}" destId="{A4C43C93-61D5-495F-8497-C4EC87721E6C}" srcOrd="2" destOrd="0" presId="urn:microsoft.com/office/officeart/2008/layout/LinedList"/>
    <dgm:cxn modelId="{8EF34655-B1F6-4328-9C39-9EEEFA111F31}" type="presParOf" srcId="{8462E4C3-52CE-4DD9-A805-C8047D4478E7}" destId="{D41C9C62-D3C9-4328-9583-176781C226A9}" srcOrd="3" destOrd="0" presId="urn:microsoft.com/office/officeart/2008/layout/LinedList"/>
    <dgm:cxn modelId="{3734615C-3F7B-4DE9-92BA-DB8EE13B1C1F}" type="presParOf" srcId="{D41C9C62-D3C9-4328-9583-176781C226A9}" destId="{E6704441-CB3C-42C2-8333-5DB2A9B167E7}" srcOrd="0" destOrd="0" presId="urn:microsoft.com/office/officeart/2008/layout/LinedList"/>
    <dgm:cxn modelId="{E5C467C8-70E4-48B7-996A-11378CF2F609}" type="presParOf" srcId="{D41C9C62-D3C9-4328-9583-176781C226A9}" destId="{787749EC-B913-483F-B11E-138A7E7ACD7F}" srcOrd="1" destOrd="0" presId="urn:microsoft.com/office/officeart/2008/layout/LinedList"/>
    <dgm:cxn modelId="{C1F236D2-EC0A-421B-9D2F-D09620311202}" type="presParOf" srcId="{8462E4C3-52CE-4DD9-A805-C8047D4478E7}" destId="{333BF444-D953-438B-A8D2-9AA2FBB6F24B}" srcOrd="4" destOrd="0" presId="urn:microsoft.com/office/officeart/2008/layout/LinedList"/>
    <dgm:cxn modelId="{5786FDFD-DFA9-43AF-B6DB-F84077565395}" type="presParOf" srcId="{8462E4C3-52CE-4DD9-A805-C8047D4478E7}" destId="{D4AF9B52-8C41-4D60-AFA1-6EA8D6C07257}" srcOrd="5" destOrd="0" presId="urn:microsoft.com/office/officeart/2008/layout/LinedList"/>
    <dgm:cxn modelId="{D54DCEDA-B160-4C29-BB0F-906404CF83F9}" type="presParOf" srcId="{D4AF9B52-8C41-4D60-AFA1-6EA8D6C07257}" destId="{41465915-2ED9-4861-8AB9-80761A106AAC}" srcOrd="0" destOrd="0" presId="urn:microsoft.com/office/officeart/2008/layout/LinedList"/>
    <dgm:cxn modelId="{28D331DE-3C71-4FBA-97A0-2160928AC5D9}" type="presParOf" srcId="{D4AF9B52-8C41-4D60-AFA1-6EA8D6C07257}" destId="{D48122EF-D649-4DBE-B728-7C4AB06769F6}" srcOrd="1" destOrd="0" presId="urn:microsoft.com/office/officeart/2008/layout/LinedList"/>
    <dgm:cxn modelId="{FB236C50-A3C1-4E8E-996C-F4DCE2A182E4}" type="presParOf" srcId="{8462E4C3-52CE-4DD9-A805-C8047D4478E7}" destId="{31145C4B-AB5C-49DE-B72C-1876085DDC9B}" srcOrd="6" destOrd="0" presId="urn:microsoft.com/office/officeart/2008/layout/LinedList"/>
    <dgm:cxn modelId="{77024485-70E4-4F47-88FC-BA040E169193}" type="presParOf" srcId="{8462E4C3-52CE-4DD9-A805-C8047D4478E7}" destId="{2D6E3B7C-0DC0-4D23-9640-A0AEDD9931A2}" srcOrd="7" destOrd="0" presId="urn:microsoft.com/office/officeart/2008/layout/LinedList"/>
    <dgm:cxn modelId="{D37FFFE5-AD12-411A-AFD4-CFB520816BBA}" type="presParOf" srcId="{2D6E3B7C-0DC0-4D23-9640-A0AEDD9931A2}" destId="{132FEC9B-D5DC-41F8-B594-1E1A42A8C7FA}" srcOrd="0" destOrd="0" presId="urn:microsoft.com/office/officeart/2008/layout/LinedList"/>
    <dgm:cxn modelId="{B708880D-6DE9-440C-9F47-6EBE2A38F429}" type="presParOf" srcId="{2D6E3B7C-0DC0-4D23-9640-A0AEDD9931A2}" destId="{4816DA97-1CEC-4D8C-9095-4E1FC26F73E5}" srcOrd="1" destOrd="0" presId="urn:microsoft.com/office/officeart/2008/layout/LinedList"/>
    <dgm:cxn modelId="{D10757FC-1A72-40B7-AE0E-09F3BCA2F69F}" type="presParOf" srcId="{8462E4C3-52CE-4DD9-A805-C8047D4478E7}" destId="{7E5DDFC6-CB14-46F3-962B-5A9B9F6E5823}" srcOrd="8" destOrd="0" presId="urn:microsoft.com/office/officeart/2008/layout/LinedList"/>
    <dgm:cxn modelId="{92E70480-7FA3-4A72-947F-B669E2752B65}" type="presParOf" srcId="{8462E4C3-52CE-4DD9-A805-C8047D4478E7}" destId="{10EA83AE-405C-4BAB-95A9-3176FE758BFA}" srcOrd="9" destOrd="0" presId="urn:microsoft.com/office/officeart/2008/layout/LinedList"/>
    <dgm:cxn modelId="{5933F668-9F65-48C8-9039-11E71E94EC12}" type="presParOf" srcId="{10EA83AE-405C-4BAB-95A9-3176FE758BFA}" destId="{C391433F-00CA-4C76-9C2F-9F742187657D}" srcOrd="0" destOrd="0" presId="urn:microsoft.com/office/officeart/2008/layout/LinedList"/>
    <dgm:cxn modelId="{423585F3-2C91-40E3-AA26-21637A276128}" type="presParOf" srcId="{10EA83AE-405C-4BAB-95A9-3176FE758BFA}" destId="{FA8EB4B0-5655-4095-87C1-84501B2FEB7A}" srcOrd="1" destOrd="0" presId="urn:microsoft.com/office/officeart/2008/layout/LinedList"/>
    <dgm:cxn modelId="{3E883A7B-8361-417B-B587-8612F38BA101}" type="presParOf" srcId="{8462E4C3-52CE-4DD9-A805-C8047D4478E7}" destId="{35F863C3-2DE0-4FBC-BB3C-2DB522B4F670}" srcOrd="10" destOrd="0" presId="urn:microsoft.com/office/officeart/2008/layout/LinedList"/>
    <dgm:cxn modelId="{B05829ED-2329-4028-BF31-069516EB1054}" type="presParOf" srcId="{8462E4C3-52CE-4DD9-A805-C8047D4478E7}" destId="{D4A3006D-9FDE-4DB1-8580-CA31D5D5A81C}" srcOrd="11" destOrd="0" presId="urn:microsoft.com/office/officeart/2008/layout/LinedList"/>
    <dgm:cxn modelId="{224F3FA4-7BBC-41AA-A881-AA89CE1A1245}" type="presParOf" srcId="{D4A3006D-9FDE-4DB1-8580-CA31D5D5A81C}" destId="{A2555EC1-8D76-4403-AFC6-F000C63E42FD}" srcOrd="0" destOrd="0" presId="urn:microsoft.com/office/officeart/2008/layout/LinedList"/>
    <dgm:cxn modelId="{750D0CB8-CF67-4A7D-9DAA-50E9903604F4}" type="presParOf" srcId="{D4A3006D-9FDE-4DB1-8580-CA31D5D5A81C}" destId="{42D8BAF8-07BA-4710-B507-BD82AAB8B3B8}" srcOrd="1" destOrd="0" presId="urn:microsoft.com/office/officeart/2008/layout/LinedList"/>
    <dgm:cxn modelId="{DE918434-0D36-4010-8C0E-117D0CC6AE7F}" type="presParOf" srcId="{8462E4C3-52CE-4DD9-A805-C8047D4478E7}" destId="{3F179D96-F1A5-4696-B87F-6848F9F8CA76}" srcOrd="12" destOrd="0" presId="urn:microsoft.com/office/officeart/2008/layout/LinedList"/>
    <dgm:cxn modelId="{8DE53C2E-9645-4B44-BD02-308BEEAE17FD}" type="presParOf" srcId="{8462E4C3-52CE-4DD9-A805-C8047D4478E7}" destId="{F9CDF9E2-1EB5-4CB5-9FBC-FF57B089F891}" srcOrd="13" destOrd="0" presId="urn:microsoft.com/office/officeart/2008/layout/LinedList"/>
    <dgm:cxn modelId="{5ACE5C2A-1055-465B-A1A6-C3D68E5B2BC9}" type="presParOf" srcId="{F9CDF9E2-1EB5-4CB5-9FBC-FF57B089F891}" destId="{BB988FF9-40D5-49BE-96AF-45207EEF34F7}" srcOrd="0" destOrd="0" presId="urn:microsoft.com/office/officeart/2008/layout/LinedList"/>
    <dgm:cxn modelId="{4D3A24B7-623A-4417-9436-024612839837}" type="presParOf" srcId="{F9CDF9E2-1EB5-4CB5-9FBC-FF57B089F891}" destId="{67AAAFF5-F10B-4F28-9E2B-9B02E5111818}" srcOrd="1" destOrd="0" presId="urn:microsoft.com/office/officeart/2008/layout/LinedList"/>
    <dgm:cxn modelId="{E81A37F5-D893-41AE-AC9B-DA72A9ECAA3E}" type="presParOf" srcId="{8462E4C3-52CE-4DD9-A805-C8047D4478E7}" destId="{343DF558-7CB9-41C3-9B5B-55E0ABEA8FCF}" srcOrd="14" destOrd="0" presId="urn:microsoft.com/office/officeart/2008/layout/LinedList"/>
    <dgm:cxn modelId="{682419C1-C22F-4D96-8125-630079196CF2}" type="presParOf" srcId="{8462E4C3-52CE-4DD9-A805-C8047D4478E7}" destId="{D353AB4A-0DD6-4297-AA1B-671C1E5AFB78}" srcOrd="15" destOrd="0" presId="urn:microsoft.com/office/officeart/2008/layout/LinedList"/>
    <dgm:cxn modelId="{85A11EB3-3D45-4792-9EFC-5113014B1E58}" type="presParOf" srcId="{D353AB4A-0DD6-4297-AA1B-671C1E5AFB78}" destId="{9798FBEC-C108-4107-B9BF-71310CE90830}" srcOrd="0" destOrd="0" presId="urn:microsoft.com/office/officeart/2008/layout/LinedList"/>
    <dgm:cxn modelId="{D15AAC33-F5D7-46E3-85A5-A2C31A75245A}" type="presParOf" srcId="{D353AB4A-0DD6-4297-AA1B-671C1E5AFB78}" destId="{337BD318-479F-439F-822C-57EAD102FBE7}" srcOrd="1" destOrd="0" presId="urn:microsoft.com/office/officeart/2008/layout/LinedList"/>
    <dgm:cxn modelId="{4F95058C-8D38-42BC-9D8A-3081E33D023F}" type="presParOf" srcId="{8462E4C3-52CE-4DD9-A805-C8047D4478E7}" destId="{C2F4CBFE-0ADF-4EC3-8A30-D8DCD34A3B87}" srcOrd="16" destOrd="0" presId="urn:microsoft.com/office/officeart/2008/layout/LinedList"/>
    <dgm:cxn modelId="{4B676A5F-2B7D-4B20-97B4-FBF98E60ACB7}" type="presParOf" srcId="{8462E4C3-52CE-4DD9-A805-C8047D4478E7}" destId="{117B8190-1D40-4506-8A3F-15B27DEE61BD}" srcOrd="17" destOrd="0" presId="urn:microsoft.com/office/officeart/2008/layout/LinedList"/>
    <dgm:cxn modelId="{280A6D59-77A0-4987-B448-99565F9ECA9C}" type="presParOf" srcId="{117B8190-1D40-4506-8A3F-15B27DEE61BD}" destId="{1B72EBD4-4E19-4BD8-A41E-6E80F68B5045}" srcOrd="0" destOrd="0" presId="urn:microsoft.com/office/officeart/2008/layout/LinedList"/>
    <dgm:cxn modelId="{BDB0C500-610E-45B2-AE16-0733937C1625}" type="presParOf" srcId="{117B8190-1D40-4506-8A3F-15B27DEE61BD}" destId="{F4EAA29E-DEC9-43D0-A7E9-3E763A2A2BF4}" srcOrd="1" destOrd="0" presId="urn:microsoft.com/office/officeart/2008/layout/LinedList"/>
    <dgm:cxn modelId="{E282FDC8-7AC3-47D9-8664-F1C15303560E}" type="presParOf" srcId="{8462E4C3-52CE-4DD9-A805-C8047D4478E7}" destId="{3182D237-D534-4895-9090-A6F0E45B3B98}" srcOrd="18" destOrd="0" presId="urn:microsoft.com/office/officeart/2008/layout/LinedList"/>
    <dgm:cxn modelId="{C4F92EC0-4AAD-425A-ADF8-1A0D88E63D63}" type="presParOf" srcId="{8462E4C3-52CE-4DD9-A805-C8047D4478E7}" destId="{ACFF9170-257E-4919-BFEE-30DC188E974F}" srcOrd="19" destOrd="0" presId="urn:microsoft.com/office/officeart/2008/layout/LinedList"/>
    <dgm:cxn modelId="{8161628E-2B7C-4591-A5B0-518D9CC9F65B}" type="presParOf" srcId="{ACFF9170-257E-4919-BFEE-30DC188E974F}" destId="{58658354-4F6B-4747-BE82-AEFA65327965}" srcOrd="0" destOrd="0" presId="urn:microsoft.com/office/officeart/2008/layout/LinedList"/>
    <dgm:cxn modelId="{6D9947C7-C551-44A0-95F8-604DA7D3DF27}" type="presParOf" srcId="{ACFF9170-257E-4919-BFEE-30DC188E974F}" destId="{E004ABB2-9582-433C-9AB2-5A6C2CC96636}" srcOrd="1" destOrd="0" presId="urn:microsoft.com/office/officeart/2008/layout/LinedList"/>
    <dgm:cxn modelId="{2BBA0214-28FA-461D-AC79-732EBB799DAC}" type="presParOf" srcId="{8462E4C3-52CE-4DD9-A805-C8047D4478E7}" destId="{FB12A15F-BDE8-489A-97B5-54E3C567C1DD}" srcOrd="20" destOrd="0" presId="urn:microsoft.com/office/officeart/2008/layout/LinedList"/>
    <dgm:cxn modelId="{04EF7116-9359-49B0-B83C-D986CEE1603D}" type="presParOf" srcId="{8462E4C3-52CE-4DD9-A805-C8047D4478E7}" destId="{F603D78E-8BEC-42D7-A361-FA8AFDB6C2CA}" srcOrd="21" destOrd="0" presId="urn:microsoft.com/office/officeart/2008/layout/LinedList"/>
    <dgm:cxn modelId="{6F0F1373-1122-4D97-ABD2-F49E2032F2EE}" type="presParOf" srcId="{F603D78E-8BEC-42D7-A361-FA8AFDB6C2CA}" destId="{3E06ED1F-8D2E-44D5-B2C1-C62843531F2E}" srcOrd="0" destOrd="0" presId="urn:microsoft.com/office/officeart/2008/layout/LinedList"/>
    <dgm:cxn modelId="{BC72B980-2D54-4E55-AACC-D4DB6BEDBF57}" type="presParOf" srcId="{F603D78E-8BEC-42D7-A361-FA8AFDB6C2CA}" destId="{84E11035-645B-4D19-998D-98A50CDB09C0}" srcOrd="1" destOrd="0" presId="urn:microsoft.com/office/officeart/2008/layout/LinedList"/>
    <dgm:cxn modelId="{9D37F0C5-87A2-4505-8B48-7C011DC839F7}" type="presParOf" srcId="{8462E4C3-52CE-4DD9-A805-C8047D4478E7}" destId="{9BD8606C-C45D-417F-BB25-71A972BF8553}" srcOrd="22" destOrd="0" presId="urn:microsoft.com/office/officeart/2008/layout/LinedList"/>
    <dgm:cxn modelId="{4FC6492C-A175-48CB-AAF8-BB861A4EC423}" type="presParOf" srcId="{8462E4C3-52CE-4DD9-A805-C8047D4478E7}" destId="{00E0C78A-71FD-4B22-91E0-15280F1FF624}" srcOrd="23" destOrd="0" presId="urn:microsoft.com/office/officeart/2008/layout/LinedList"/>
    <dgm:cxn modelId="{C8E69307-BB1B-49EB-A962-B40014FC1264}" type="presParOf" srcId="{00E0C78A-71FD-4B22-91E0-15280F1FF624}" destId="{6A2FCEAF-85F9-42CB-BE65-8496E4F43E1F}" srcOrd="0" destOrd="0" presId="urn:microsoft.com/office/officeart/2008/layout/LinedList"/>
    <dgm:cxn modelId="{C39A135F-5F1E-4391-ACD2-27627414DAB6}" type="presParOf" srcId="{00E0C78A-71FD-4B22-91E0-15280F1FF624}" destId="{52324803-A410-48B2-B8E7-9EA4A65BAC53}" srcOrd="1" destOrd="0" presId="urn:microsoft.com/office/officeart/2008/layout/LinedList"/>
    <dgm:cxn modelId="{A28EF77C-8B72-4101-AB70-5A060ADB70B7}" type="presParOf" srcId="{8462E4C3-52CE-4DD9-A805-C8047D4478E7}" destId="{B319B61D-F397-45E7-ADA4-0A4245CA8068}" srcOrd="24" destOrd="0" presId="urn:microsoft.com/office/officeart/2008/layout/LinedList"/>
    <dgm:cxn modelId="{4A03A95C-0506-470A-B4C0-2098E184E301}" type="presParOf" srcId="{8462E4C3-52CE-4DD9-A805-C8047D4478E7}" destId="{F97AFE98-78EC-4690-BF10-CDC5FA8A6C93}" srcOrd="25" destOrd="0" presId="urn:microsoft.com/office/officeart/2008/layout/LinedList"/>
    <dgm:cxn modelId="{F1201241-63E6-4E97-A051-9750326AE185}" type="presParOf" srcId="{F97AFE98-78EC-4690-BF10-CDC5FA8A6C93}" destId="{B8ED9449-392A-472A-B58C-266737F2C5E7}" srcOrd="0" destOrd="0" presId="urn:microsoft.com/office/officeart/2008/layout/LinedList"/>
    <dgm:cxn modelId="{E5E8807A-7CA7-464C-A352-5DF6D5246248}" type="presParOf" srcId="{F97AFE98-78EC-4690-BF10-CDC5FA8A6C93}" destId="{E72A7E8D-A83C-49EB-9A6B-DDF671B5360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51D2F07-8915-4A3D-8586-104A8C7B510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78133E3B-09CC-42A4-BC57-C3AACA59D920}">
      <dgm:prSet/>
      <dgm:spPr/>
      <dgm:t>
        <a:bodyPr/>
        <a:lstStyle/>
        <a:p>
          <a:r>
            <a:rPr lang="en-US"/>
            <a:t>Bluestock Mutual Fund Analytics Capstone Project</a:t>
          </a:r>
        </a:p>
      </dgm:t>
    </dgm:pt>
    <dgm:pt modelId="{394F079C-229D-4D24-B415-2B44E1382868}" type="parTrans" cxnId="{F4DB09F4-FA22-428B-B6A3-EE2303066580}">
      <dgm:prSet/>
      <dgm:spPr/>
      <dgm:t>
        <a:bodyPr/>
        <a:lstStyle/>
        <a:p>
          <a:endParaRPr lang="en-US"/>
        </a:p>
      </dgm:t>
    </dgm:pt>
    <dgm:pt modelId="{0BB6E21F-64CF-4833-BA7F-6329978F26BB}" type="sibTrans" cxnId="{F4DB09F4-FA22-428B-B6A3-EE2303066580}">
      <dgm:prSet/>
      <dgm:spPr/>
      <dgm:t>
        <a:bodyPr/>
        <a:lstStyle/>
        <a:p>
          <a:endParaRPr lang="en-US"/>
        </a:p>
      </dgm:t>
    </dgm:pt>
    <dgm:pt modelId="{AB93EFB7-4D5C-4E9A-8D9E-099AE73303E8}">
      <dgm:prSet/>
      <dgm:spPr/>
      <dgm:t>
        <a:bodyPr/>
        <a:lstStyle/>
        <a:p>
          <a:r>
            <a:rPr lang="en-US"/>
            <a:t>Questions &amp; Discussion</a:t>
          </a:r>
        </a:p>
      </dgm:t>
    </dgm:pt>
    <dgm:pt modelId="{57C2B3EA-23B8-492A-A076-EDF71F6DDC1B}" type="parTrans" cxnId="{F6AFA2E4-A33C-4E2E-843D-7D2D3B1B03AD}">
      <dgm:prSet/>
      <dgm:spPr/>
      <dgm:t>
        <a:bodyPr/>
        <a:lstStyle/>
        <a:p>
          <a:endParaRPr lang="en-US"/>
        </a:p>
      </dgm:t>
    </dgm:pt>
    <dgm:pt modelId="{32AEDE71-4D67-4E57-91CA-A4E8AFFEA5FD}" type="sibTrans" cxnId="{F6AFA2E4-A33C-4E2E-843D-7D2D3B1B03AD}">
      <dgm:prSet/>
      <dgm:spPr/>
      <dgm:t>
        <a:bodyPr/>
        <a:lstStyle/>
        <a:p>
          <a:endParaRPr lang="en-US"/>
        </a:p>
      </dgm:t>
    </dgm:pt>
    <dgm:pt modelId="{91210957-2A5D-49DA-B1E1-E6FA423D2C0F}">
      <dgm:prSet/>
      <dgm:spPr/>
      <dgm:t>
        <a:bodyPr/>
        <a:lstStyle/>
        <a:p>
          <a:r>
            <a:rPr lang="en-US"/>
            <a:t>Prepared By: Anil Pachar</a:t>
          </a:r>
        </a:p>
      </dgm:t>
    </dgm:pt>
    <dgm:pt modelId="{6D489FAF-9DB6-4744-9044-8F2789B57A8B}" type="parTrans" cxnId="{6E151E2A-B166-45C0-AA64-128C161C68CE}">
      <dgm:prSet/>
      <dgm:spPr/>
      <dgm:t>
        <a:bodyPr/>
        <a:lstStyle/>
        <a:p>
          <a:endParaRPr lang="en-US"/>
        </a:p>
      </dgm:t>
    </dgm:pt>
    <dgm:pt modelId="{16885C5F-38B8-47B9-AAD1-885C852558A4}" type="sibTrans" cxnId="{6E151E2A-B166-45C0-AA64-128C161C68CE}">
      <dgm:prSet/>
      <dgm:spPr/>
      <dgm:t>
        <a:bodyPr/>
        <a:lstStyle/>
        <a:p>
          <a:endParaRPr lang="en-US"/>
        </a:p>
      </dgm:t>
    </dgm:pt>
    <dgm:pt modelId="{FCA76D97-D412-467D-B3C9-0265EFCFC74E}" type="pres">
      <dgm:prSet presAssocID="{F51D2F07-8915-4A3D-8586-104A8C7B510C}" presName="root" presStyleCnt="0">
        <dgm:presLayoutVars>
          <dgm:dir/>
          <dgm:resizeHandles val="exact"/>
        </dgm:presLayoutVars>
      </dgm:prSet>
      <dgm:spPr/>
    </dgm:pt>
    <dgm:pt modelId="{891D9899-D42C-4F23-A665-265B7ADD007D}" type="pres">
      <dgm:prSet presAssocID="{78133E3B-09CC-42A4-BC57-C3AACA59D920}" presName="compNode" presStyleCnt="0"/>
      <dgm:spPr/>
    </dgm:pt>
    <dgm:pt modelId="{A4693266-A217-4168-9FE4-7C1BF2D90040}" type="pres">
      <dgm:prSet presAssocID="{78133E3B-09CC-42A4-BC57-C3AACA59D920}" presName="bgRect" presStyleLbl="bgShp" presStyleIdx="0" presStyleCnt="3"/>
      <dgm:spPr/>
    </dgm:pt>
    <dgm:pt modelId="{3D6AD1E1-5F9D-4B48-8C4D-B18D23A9CB3B}" type="pres">
      <dgm:prSet presAssocID="{78133E3B-09CC-42A4-BC57-C3AACA59D92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nancial"/>
        </a:ext>
      </dgm:extLst>
    </dgm:pt>
    <dgm:pt modelId="{3083E04B-4A7D-4781-8D24-A82BD86C06C4}" type="pres">
      <dgm:prSet presAssocID="{78133E3B-09CC-42A4-BC57-C3AACA59D920}" presName="spaceRect" presStyleCnt="0"/>
      <dgm:spPr/>
    </dgm:pt>
    <dgm:pt modelId="{3E94A88D-A9EA-4359-B7EE-523EC7E193EB}" type="pres">
      <dgm:prSet presAssocID="{78133E3B-09CC-42A4-BC57-C3AACA59D920}" presName="parTx" presStyleLbl="revTx" presStyleIdx="0" presStyleCnt="3">
        <dgm:presLayoutVars>
          <dgm:chMax val="0"/>
          <dgm:chPref val="0"/>
        </dgm:presLayoutVars>
      </dgm:prSet>
      <dgm:spPr/>
    </dgm:pt>
    <dgm:pt modelId="{B3BBBB2A-FCF2-42BF-982B-6F6E813106F0}" type="pres">
      <dgm:prSet presAssocID="{0BB6E21F-64CF-4833-BA7F-6329978F26BB}" presName="sibTrans" presStyleCnt="0"/>
      <dgm:spPr/>
    </dgm:pt>
    <dgm:pt modelId="{CD3D6FAF-A379-44A7-90D8-FE7813A63656}" type="pres">
      <dgm:prSet presAssocID="{AB93EFB7-4D5C-4E9A-8D9E-099AE73303E8}" presName="compNode" presStyleCnt="0"/>
      <dgm:spPr/>
    </dgm:pt>
    <dgm:pt modelId="{ACCF6E86-1B5B-49E8-A6E9-2A1372A8DB31}" type="pres">
      <dgm:prSet presAssocID="{AB93EFB7-4D5C-4E9A-8D9E-099AE73303E8}" presName="bgRect" presStyleLbl="bgShp" presStyleIdx="1" presStyleCnt="3"/>
      <dgm:spPr/>
    </dgm:pt>
    <dgm:pt modelId="{9F896916-45CE-451A-AA6F-3C249875FF43}" type="pres">
      <dgm:prSet presAssocID="{AB93EFB7-4D5C-4E9A-8D9E-099AE73303E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ment"/>
        </a:ext>
      </dgm:extLst>
    </dgm:pt>
    <dgm:pt modelId="{650E418C-7423-42B9-ACC2-A81CF8303C4A}" type="pres">
      <dgm:prSet presAssocID="{AB93EFB7-4D5C-4E9A-8D9E-099AE73303E8}" presName="spaceRect" presStyleCnt="0"/>
      <dgm:spPr/>
    </dgm:pt>
    <dgm:pt modelId="{DE214DCE-A9E3-4633-B216-8E400457F579}" type="pres">
      <dgm:prSet presAssocID="{AB93EFB7-4D5C-4E9A-8D9E-099AE73303E8}" presName="parTx" presStyleLbl="revTx" presStyleIdx="1" presStyleCnt="3">
        <dgm:presLayoutVars>
          <dgm:chMax val="0"/>
          <dgm:chPref val="0"/>
        </dgm:presLayoutVars>
      </dgm:prSet>
      <dgm:spPr/>
    </dgm:pt>
    <dgm:pt modelId="{B661790B-67EF-4933-8F99-9F639A5CC7BC}" type="pres">
      <dgm:prSet presAssocID="{32AEDE71-4D67-4E57-91CA-A4E8AFFEA5FD}" presName="sibTrans" presStyleCnt="0"/>
      <dgm:spPr/>
    </dgm:pt>
    <dgm:pt modelId="{E25A44CD-8CC0-4820-BD9D-74BAF93754C6}" type="pres">
      <dgm:prSet presAssocID="{91210957-2A5D-49DA-B1E1-E6FA423D2C0F}" presName="compNode" presStyleCnt="0"/>
      <dgm:spPr/>
    </dgm:pt>
    <dgm:pt modelId="{54BC9B07-3D93-48C1-8ADF-E79370C12D11}" type="pres">
      <dgm:prSet presAssocID="{91210957-2A5D-49DA-B1E1-E6FA423D2C0F}" presName="bgRect" presStyleLbl="bgShp" presStyleIdx="2" presStyleCnt="3"/>
      <dgm:spPr/>
    </dgm:pt>
    <dgm:pt modelId="{2E645C71-8D74-4F24-92A9-50731EE2EBEE}" type="pres">
      <dgm:prSet presAssocID="{91210957-2A5D-49DA-B1E1-E6FA423D2C0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ffee Beans"/>
        </a:ext>
      </dgm:extLst>
    </dgm:pt>
    <dgm:pt modelId="{247DBDE9-E418-425C-A2A3-FCB824A9F823}" type="pres">
      <dgm:prSet presAssocID="{91210957-2A5D-49DA-B1E1-E6FA423D2C0F}" presName="spaceRect" presStyleCnt="0"/>
      <dgm:spPr/>
    </dgm:pt>
    <dgm:pt modelId="{1FE46D0C-F910-46CB-86BB-437F6AA462DD}" type="pres">
      <dgm:prSet presAssocID="{91210957-2A5D-49DA-B1E1-E6FA423D2C0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E151E2A-B166-45C0-AA64-128C161C68CE}" srcId="{F51D2F07-8915-4A3D-8586-104A8C7B510C}" destId="{91210957-2A5D-49DA-B1E1-E6FA423D2C0F}" srcOrd="2" destOrd="0" parTransId="{6D489FAF-9DB6-4744-9044-8F2789B57A8B}" sibTransId="{16885C5F-38B8-47B9-AAD1-885C852558A4}"/>
    <dgm:cxn modelId="{F0862E78-84CC-42D6-B0E2-FB865B714CB5}" type="presOf" srcId="{AB93EFB7-4D5C-4E9A-8D9E-099AE73303E8}" destId="{DE214DCE-A9E3-4633-B216-8E400457F579}" srcOrd="0" destOrd="0" presId="urn:microsoft.com/office/officeart/2018/2/layout/IconVerticalSolidList"/>
    <dgm:cxn modelId="{F02F9E79-E49C-415D-9488-7B03FAAD30B4}" type="presOf" srcId="{F51D2F07-8915-4A3D-8586-104A8C7B510C}" destId="{FCA76D97-D412-467D-B3C9-0265EFCFC74E}" srcOrd="0" destOrd="0" presId="urn:microsoft.com/office/officeart/2018/2/layout/IconVerticalSolidList"/>
    <dgm:cxn modelId="{CE02A193-B0C8-45CC-BAB5-0EBFE5488248}" type="presOf" srcId="{78133E3B-09CC-42A4-BC57-C3AACA59D920}" destId="{3E94A88D-A9EA-4359-B7EE-523EC7E193EB}" srcOrd="0" destOrd="0" presId="urn:microsoft.com/office/officeart/2018/2/layout/IconVerticalSolidList"/>
    <dgm:cxn modelId="{F6AFA2E4-A33C-4E2E-843D-7D2D3B1B03AD}" srcId="{F51D2F07-8915-4A3D-8586-104A8C7B510C}" destId="{AB93EFB7-4D5C-4E9A-8D9E-099AE73303E8}" srcOrd="1" destOrd="0" parTransId="{57C2B3EA-23B8-492A-A076-EDF71F6DDC1B}" sibTransId="{32AEDE71-4D67-4E57-91CA-A4E8AFFEA5FD}"/>
    <dgm:cxn modelId="{BE50BCF3-FCB2-45C8-811C-3669947EF8F7}" type="presOf" srcId="{91210957-2A5D-49DA-B1E1-E6FA423D2C0F}" destId="{1FE46D0C-F910-46CB-86BB-437F6AA462DD}" srcOrd="0" destOrd="0" presId="urn:microsoft.com/office/officeart/2018/2/layout/IconVerticalSolidList"/>
    <dgm:cxn modelId="{F4DB09F4-FA22-428B-B6A3-EE2303066580}" srcId="{F51D2F07-8915-4A3D-8586-104A8C7B510C}" destId="{78133E3B-09CC-42A4-BC57-C3AACA59D920}" srcOrd="0" destOrd="0" parTransId="{394F079C-229D-4D24-B415-2B44E1382868}" sibTransId="{0BB6E21F-64CF-4833-BA7F-6329978F26BB}"/>
    <dgm:cxn modelId="{75E97700-5570-41D7-A2B8-89CBCCACEFA4}" type="presParOf" srcId="{FCA76D97-D412-467D-B3C9-0265EFCFC74E}" destId="{891D9899-D42C-4F23-A665-265B7ADD007D}" srcOrd="0" destOrd="0" presId="urn:microsoft.com/office/officeart/2018/2/layout/IconVerticalSolidList"/>
    <dgm:cxn modelId="{116486F7-7E5A-4062-8D9E-BE4E8D8C4A06}" type="presParOf" srcId="{891D9899-D42C-4F23-A665-265B7ADD007D}" destId="{A4693266-A217-4168-9FE4-7C1BF2D90040}" srcOrd="0" destOrd="0" presId="urn:microsoft.com/office/officeart/2018/2/layout/IconVerticalSolidList"/>
    <dgm:cxn modelId="{CA100CA7-9324-41EE-ACED-879EEE826BF7}" type="presParOf" srcId="{891D9899-D42C-4F23-A665-265B7ADD007D}" destId="{3D6AD1E1-5F9D-4B48-8C4D-B18D23A9CB3B}" srcOrd="1" destOrd="0" presId="urn:microsoft.com/office/officeart/2018/2/layout/IconVerticalSolidList"/>
    <dgm:cxn modelId="{3F707897-D651-4262-B03E-F6F7488B21F7}" type="presParOf" srcId="{891D9899-D42C-4F23-A665-265B7ADD007D}" destId="{3083E04B-4A7D-4781-8D24-A82BD86C06C4}" srcOrd="2" destOrd="0" presId="urn:microsoft.com/office/officeart/2018/2/layout/IconVerticalSolidList"/>
    <dgm:cxn modelId="{2008A27C-3676-49AB-B926-20A1ADD84F78}" type="presParOf" srcId="{891D9899-D42C-4F23-A665-265B7ADD007D}" destId="{3E94A88D-A9EA-4359-B7EE-523EC7E193EB}" srcOrd="3" destOrd="0" presId="urn:microsoft.com/office/officeart/2018/2/layout/IconVerticalSolidList"/>
    <dgm:cxn modelId="{47AB17EE-6CCA-40F2-9387-F03CCAE97548}" type="presParOf" srcId="{FCA76D97-D412-467D-B3C9-0265EFCFC74E}" destId="{B3BBBB2A-FCF2-42BF-982B-6F6E813106F0}" srcOrd="1" destOrd="0" presId="urn:microsoft.com/office/officeart/2018/2/layout/IconVerticalSolidList"/>
    <dgm:cxn modelId="{5C68AA4B-8109-48EE-8368-47BF16B3A340}" type="presParOf" srcId="{FCA76D97-D412-467D-B3C9-0265EFCFC74E}" destId="{CD3D6FAF-A379-44A7-90D8-FE7813A63656}" srcOrd="2" destOrd="0" presId="urn:microsoft.com/office/officeart/2018/2/layout/IconVerticalSolidList"/>
    <dgm:cxn modelId="{05422456-9FA1-4419-AD20-452E84B93B24}" type="presParOf" srcId="{CD3D6FAF-A379-44A7-90D8-FE7813A63656}" destId="{ACCF6E86-1B5B-49E8-A6E9-2A1372A8DB31}" srcOrd="0" destOrd="0" presId="urn:microsoft.com/office/officeart/2018/2/layout/IconVerticalSolidList"/>
    <dgm:cxn modelId="{FCB314B7-D292-4F91-83EE-0D9B02ADF8CE}" type="presParOf" srcId="{CD3D6FAF-A379-44A7-90D8-FE7813A63656}" destId="{9F896916-45CE-451A-AA6F-3C249875FF43}" srcOrd="1" destOrd="0" presId="urn:microsoft.com/office/officeart/2018/2/layout/IconVerticalSolidList"/>
    <dgm:cxn modelId="{4723E278-17A3-43AD-9768-B2DD096D2699}" type="presParOf" srcId="{CD3D6FAF-A379-44A7-90D8-FE7813A63656}" destId="{650E418C-7423-42B9-ACC2-A81CF8303C4A}" srcOrd="2" destOrd="0" presId="urn:microsoft.com/office/officeart/2018/2/layout/IconVerticalSolidList"/>
    <dgm:cxn modelId="{08E39B60-0C7E-488C-BA8D-8E10D703793C}" type="presParOf" srcId="{CD3D6FAF-A379-44A7-90D8-FE7813A63656}" destId="{DE214DCE-A9E3-4633-B216-8E400457F579}" srcOrd="3" destOrd="0" presId="urn:microsoft.com/office/officeart/2018/2/layout/IconVerticalSolidList"/>
    <dgm:cxn modelId="{8F7CACF2-D8EC-4189-B07B-FCB01126209A}" type="presParOf" srcId="{FCA76D97-D412-467D-B3C9-0265EFCFC74E}" destId="{B661790B-67EF-4933-8F99-9F639A5CC7BC}" srcOrd="3" destOrd="0" presId="urn:microsoft.com/office/officeart/2018/2/layout/IconVerticalSolidList"/>
    <dgm:cxn modelId="{5CA09DB6-7DBA-4C56-86F8-AE5760D09213}" type="presParOf" srcId="{FCA76D97-D412-467D-B3C9-0265EFCFC74E}" destId="{E25A44CD-8CC0-4820-BD9D-74BAF93754C6}" srcOrd="4" destOrd="0" presId="urn:microsoft.com/office/officeart/2018/2/layout/IconVerticalSolidList"/>
    <dgm:cxn modelId="{C95C71B3-7A90-4218-9EFB-C3875C2CDD6D}" type="presParOf" srcId="{E25A44CD-8CC0-4820-BD9D-74BAF93754C6}" destId="{54BC9B07-3D93-48C1-8ADF-E79370C12D11}" srcOrd="0" destOrd="0" presId="urn:microsoft.com/office/officeart/2018/2/layout/IconVerticalSolidList"/>
    <dgm:cxn modelId="{0B3C4208-5469-4013-888E-1AAF1CFC0C27}" type="presParOf" srcId="{E25A44CD-8CC0-4820-BD9D-74BAF93754C6}" destId="{2E645C71-8D74-4F24-92A9-50731EE2EBEE}" srcOrd="1" destOrd="0" presId="urn:microsoft.com/office/officeart/2018/2/layout/IconVerticalSolidList"/>
    <dgm:cxn modelId="{BC45FC02-DB20-456B-8D16-EE23FDD42D42}" type="presParOf" srcId="{E25A44CD-8CC0-4820-BD9D-74BAF93754C6}" destId="{247DBDE9-E418-425C-A2A3-FCB824A9F823}" srcOrd="2" destOrd="0" presId="urn:microsoft.com/office/officeart/2018/2/layout/IconVerticalSolidList"/>
    <dgm:cxn modelId="{7C83F60D-53F1-4DD6-927B-3FC7E80C0D42}" type="presParOf" srcId="{E25A44CD-8CC0-4820-BD9D-74BAF93754C6}" destId="{1FE46D0C-F910-46CB-86BB-437F6AA462D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A5B847-A5CA-42E7-B279-C3DBE4DAE04F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D9A794-CA8A-4A79-9C7C-6E0FBEB0B97C}">
      <dsp:nvSpPr>
        <dsp:cNvPr id="0" name=""/>
        <dsp:cNvSpPr/>
      </dsp:nvSpPr>
      <dsp:spPr>
        <a:xfrm>
          <a:off x="0" y="0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• Fund Master Dataset</a:t>
          </a:r>
          <a:endParaRPr lang="en-US" sz="3200" kern="1200"/>
        </a:p>
      </dsp:txBody>
      <dsp:txXfrm>
        <a:off x="0" y="0"/>
        <a:ext cx="6900512" cy="692017"/>
      </dsp:txXfrm>
    </dsp:sp>
    <dsp:sp modelId="{BA0BEC19-234F-496B-A8D7-24647F0EFE1F}">
      <dsp:nvSpPr>
        <dsp:cNvPr id="0" name=""/>
        <dsp:cNvSpPr/>
      </dsp:nvSpPr>
      <dsp:spPr>
        <a:xfrm>
          <a:off x="0" y="692017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84FDC6-4AE0-4723-9DBB-94A4ADA4CE0D}">
      <dsp:nvSpPr>
        <dsp:cNvPr id="0" name=""/>
        <dsp:cNvSpPr/>
      </dsp:nvSpPr>
      <dsp:spPr>
        <a:xfrm>
          <a:off x="0" y="692017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• NAV History Dataset</a:t>
          </a:r>
          <a:endParaRPr lang="en-US" sz="3200" kern="1200"/>
        </a:p>
      </dsp:txBody>
      <dsp:txXfrm>
        <a:off x="0" y="692017"/>
        <a:ext cx="6900512" cy="692017"/>
      </dsp:txXfrm>
    </dsp:sp>
    <dsp:sp modelId="{52064F69-EC5E-4452-A305-FB63515536F8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E5912E-5501-4718-A949-3EE7F935D1D8}">
      <dsp:nvSpPr>
        <dsp:cNvPr id="0" name=""/>
        <dsp:cNvSpPr/>
      </dsp:nvSpPr>
      <dsp:spPr>
        <a:xfrm>
          <a:off x="0" y="1384035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• Investor Transactions Dataset</a:t>
          </a:r>
          <a:endParaRPr lang="en-US" sz="3200" kern="1200"/>
        </a:p>
      </dsp:txBody>
      <dsp:txXfrm>
        <a:off x="0" y="1384035"/>
        <a:ext cx="6900512" cy="692017"/>
      </dsp:txXfrm>
    </dsp:sp>
    <dsp:sp modelId="{604E8D1E-18E5-48C1-A4D2-2A7BA92AE5F1}">
      <dsp:nvSpPr>
        <dsp:cNvPr id="0" name=""/>
        <dsp:cNvSpPr/>
      </dsp:nvSpPr>
      <dsp:spPr>
        <a:xfrm>
          <a:off x="0" y="2076052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6B56A6-CCC1-4F5E-8418-973E56FC65C1}">
      <dsp:nvSpPr>
        <dsp:cNvPr id="0" name=""/>
        <dsp:cNvSpPr/>
      </dsp:nvSpPr>
      <dsp:spPr>
        <a:xfrm>
          <a:off x="0" y="2076052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• AUM Dataset</a:t>
          </a:r>
          <a:endParaRPr lang="en-US" sz="3200" kern="1200"/>
        </a:p>
      </dsp:txBody>
      <dsp:txXfrm>
        <a:off x="0" y="2076052"/>
        <a:ext cx="6900512" cy="692017"/>
      </dsp:txXfrm>
    </dsp:sp>
    <dsp:sp modelId="{A8119AA3-2104-4149-B09E-EA9FC20AD14A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49A701-9456-4208-885D-9B37761B4D77}">
      <dsp:nvSpPr>
        <dsp:cNvPr id="0" name=""/>
        <dsp:cNvSpPr/>
      </dsp:nvSpPr>
      <dsp:spPr>
        <a:xfrm>
          <a:off x="0" y="2768070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• SIP Inflows Dataset</a:t>
          </a:r>
          <a:endParaRPr lang="en-US" sz="3200" kern="1200"/>
        </a:p>
      </dsp:txBody>
      <dsp:txXfrm>
        <a:off x="0" y="2768070"/>
        <a:ext cx="6900512" cy="692017"/>
      </dsp:txXfrm>
    </dsp:sp>
    <dsp:sp modelId="{DF165204-C6E7-4F78-8A6E-553C02EBF4A7}">
      <dsp:nvSpPr>
        <dsp:cNvPr id="0" name=""/>
        <dsp:cNvSpPr/>
      </dsp:nvSpPr>
      <dsp:spPr>
        <a:xfrm>
          <a:off x="0" y="3460088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2EB0EA-623B-4B6E-8B8F-E3DE9942DC8F}">
      <dsp:nvSpPr>
        <dsp:cNvPr id="0" name=""/>
        <dsp:cNvSpPr/>
      </dsp:nvSpPr>
      <dsp:spPr>
        <a:xfrm>
          <a:off x="0" y="3460088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• Category Inflow Dataset</a:t>
          </a:r>
          <a:endParaRPr lang="en-US" sz="3200" kern="1200"/>
        </a:p>
      </dsp:txBody>
      <dsp:txXfrm>
        <a:off x="0" y="3460088"/>
        <a:ext cx="6900512" cy="692017"/>
      </dsp:txXfrm>
    </dsp:sp>
    <dsp:sp modelId="{C76DA661-679B-4EDB-9205-B57834873653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B2077D-8AC0-458A-98CE-620CF5976309}">
      <dsp:nvSpPr>
        <dsp:cNvPr id="0" name=""/>
        <dsp:cNvSpPr/>
      </dsp:nvSpPr>
      <dsp:spPr>
        <a:xfrm>
          <a:off x="0" y="4152105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• Portfolio Holdings Dataset</a:t>
          </a:r>
          <a:endParaRPr lang="en-US" sz="3200" kern="1200"/>
        </a:p>
      </dsp:txBody>
      <dsp:txXfrm>
        <a:off x="0" y="4152105"/>
        <a:ext cx="6900512" cy="692017"/>
      </dsp:txXfrm>
    </dsp:sp>
    <dsp:sp modelId="{3838D2BA-4B53-4C34-BDC0-22FA75D0F03D}">
      <dsp:nvSpPr>
        <dsp:cNvPr id="0" name=""/>
        <dsp:cNvSpPr/>
      </dsp:nvSpPr>
      <dsp:spPr>
        <a:xfrm>
          <a:off x="0" y="4844123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B01509-D00E-4100-AB94-B043BA15A5B8}">
      <dsp:nvSpPr>
        <dsp:cNvPr id="0" name=""/>
        <dsp:cNvSpPr/>
      </dsp:nvSpPr>
      <dsp:spPr>
        <a:xfrm>
          <a:off x="0" y="4844123"/>
          <a:ext cx="6900512" cy="692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• Benchmark Indices Dataset</a:t>
          </a:r>
          <a:endParaRPr lang="en-US" sz="3200" kern="1200"/>
        </a:p>
      </dsp:txBody>
      <dsp:txXfrm>
        <a:off x="0" y="4844123"/>
        <a:ext cx="6900512" cy="6920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05B898-949E-4685-8E2A-95515A15AACD}">
      <dsp:nvSpPr>
        <dsp:cNvPr id="0" name=""/>
        <dsp:cNvSpPr/>
      </dsp:nvSpPr>
      <dsp:spPr>
        <a:xfrm>
          <a:off x="0" y="675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8D39F0-56BE-445F-BC8D-D627C4BD64A9}">
      <dsp:nvSpPr>
        <dsp:cNvPr id="0" name=""/>
        <dsp:cNvSpPr/>
      </dsp:nvSpPr>
      <dsp:spPr>
        <a:xfrm>
          <a:off x="0" y="675"/>
          <a:ext cx="6291714" cy="4253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Raw CSV Files</a:t>
          </a:r>
          <a:endParaRPr lang="en-US" sz="1900" kern="1200"/>
        </a:p>
      </dsp:txBody>
      <dsp:txXfrm>
        <a:off x="0" y="675"/>
        <a:ext cx="6291714" cy="425337"/>
      </dsp:txXfrm>
    </dsp:sp>
    <dsp:sp modelId="{A4C43C93-61D5-495F-8497-C4EC87721E6C}">
      <dsp:nvSpPr>
        <dsp:cNvPr id="0" name=""/>
        <dsp:cNvSpPr/>
      </dsp:nvSpPr>
      <dsp:spPr>
        <a:xfrm>
          <a:off x="0" y="426012"/>
          <a:ext cx="6291714" cy="0"/>
        </a:xfrm>
        <a:prstGeom prst="line">
          <a:avLst/>
        </a:prstGeom>
        <a:solidFill>
          <a:schemeClr val="accent2">
            <a:hueOff val="-121280"/>
            <a:satOff val="-6994"/>
            <a:lumOff val="719"/>
            <a:alphaOff val="0"/>
          </a:schemeClr>
        </a:solidFill>
        <a:ln w="12700" cap="flat" cmpd="sng" algn="ctr">
          <a:solidFill>
            <a:schemeClr val="accent2">
              <a:hueOff val="-121280"/>
              <a:satOff val="-6994"/>
              <a:lumOff val="7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704441-CB3C-42C2-8333-5DB2A9B167E7}">
      <dsp:nvSpPr>
        <dsp:cNvPr id="0" name=""/>
        <dsp:cNvSpPr/>
      </dsp:nvSpPr>
      <dsp:spPr>
        <a:xfrm>
          <a:off x="0" y="426012"/>
          <a:ext cx="6291714" cy="4253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↓</a:t>
          </a:r>
          <a:endParaRPr lang="en-US" sz="1900" kern="1200"/>
        </a:p>
      </dsp:txBody>
      <dsp:txXfrm>
        <a:off x="0" y="426012"/>
        <a:ext cx="6291714" cy="425337"/>
      </dsp:txXfrm>
    </dsp:sp>
    <dsp:sp modelId="{333BF444-D953-438B-A8D2-9AA2FBB6F24B}">
      <dsp:nvSpPr>
        <dsp:cNvPr id="0" name=""/>
        <dsp:cNvSpPr/>
      </dsp:nvSpPr>
      <dsp:spPr>
        <a:xfrm>
          <a:off x="0" y="851349"/>
          <a:ext cx="6291714" cy="0"/>
        </a:xfrm>
        <a:prstGeom prst="line">
          <a:avLst/>
        </a:prstGeom>
        <a:solidFill>
          <a:schemeClr val="accent2">
            <a:hueOff val="-242561"/>
            <a:satOff val="-13988"/>
            <a:lumOff val="1438"/>
            <a:alphaOff val="0"/>
          </a:schemeClr>
        </a:solidFill>
        <a:ln w="12700" cap="flat" cmpd="sng" algn="ctr">
          <a:solidFill>
            <a:schemeClr val="accent2">
              <a:hueOff val="-242561"/>
              <a:satOff val="-13988"/>
              <a:lumOff val="14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465915-2ED9-4861-8AB9-80761A106AAC}">
      <dsp:nvSpPr>
        <dsp:cNvPr id="0" name=""/>
        <dsp:cNvSpPr/>
      </dsp:nvSpPr>
      <dsp:spPr>
        <a:xfrm>
          <a:off x="0" y="851349"/>
          <a:ext cx="6291714" cy="4253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Data Cleaning (Python + Pandas)</a:t>
          </a:r>
          <a:endParaRPr lang="en-US" sz="1900" kern="1200"/>
        </a:p>
      </dsp:txBody>
      <dsp:txXfrm>
        <a:off x="0" y="851349"/>
        <a:ext cx="6291714" cy="425337"/>
      </dsp:txXfrm>
    </dsp:sp>
    <dsp:sp modelId="{31145C4B-AB5C-49DE-B72C-1876085DDC9B}">
      <dsp:nvSpPr>
        <dsp:cNvPr id="0" name=""/>
        <dsp:cNvSpPr/>
      </dsp:nvSpPr>
      <dsp:spPr>
        <a:xfrm>
          <a:off x="0" y="1276686"/>
          <a:ext cx="6291714" cy="0"/>
        </a:xfrm>
        <a:prstGeom prst="line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accent2">
              <a:hueOff val="-363841"/>
              <a:satOff val="-20982"/>
              <a:lumOff val="215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2FEC9B-D5DC-41F8-B594-1E1A42A8C7FA}">
      <dsp:nvSpPr>
        <dsp:cNvPr id="0" name=""/>
        <dsp:cNvSpPr/>
      </dsp:nvSpPr>
      <dsp:spPr>
        <a:xfrm>
          <a:off x="0" y="1276686"/>
          <a:ext cx="6291714" cy="4253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↓</a:t>
          </a:r>
          <a:endParaRPr lang="en-US" sz="1900" kern="1200"/>
        </a:p>
      </dsp:txBody>
      <dsp:txXfrm>
        <a:off x="0" y="1276686"/>
        <a:ext cx="6291714" cy="425337"/>
      </dsp:txXfrm>
    </dsp:sp>
    <dsp:sp modelId="{7E5DDFC6-CB14-46F3-962B-5A9B9F6E5823}">
      <dsp:nvSpPr>
        <dsp:cNvPr id="0" name=""/>
        <dsp:cNvSpPr/>
      </dsp:nvSpPr>
      <dsp:spPr>
        <a:xfrm>
          <a:off x="0" y="1702024"/>
          <a:ext cx="6291714" cy="0"/>
        </a:xfrm>
        <a:prstGeom prst="line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accent2">
              <a:hueOff val="-485121"/>
              <a:satOff val="-27976"/>
              <a:lumOff val="28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91433F-00CA-4C76-9C2F-9F742187657D}">
      <dsp:nvSpPr>
        <dsp:cNvPr id="0" name=""/>
        <dsp:cNvSpPr/>
      </dsp:nvSpPr>
      <dsp:spPr>
        <a:xfrm>
          <a:off x="0" y="1702024"/>
          <a:ext cx="6291714" cy="4253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Feature Engineering</a:t>
          </a:r>
          <a:endParaRPr lang="en-US" sz="1900" kern="1200"/>
        </a:p>
      </dsp:txBody>
      <dsp:txXfrm>
        <a:off x="0" y="1702024"/>
        <a:ext cx="6291714" cy="425337"/>
      </dsp:txXfrm>
    </dsp:sp>
    <dsp:sp modelId="{35F863C3-2DE0-4FBC-BB3C-2DB522B4F670}">
      <dsp:nvSpPr>
        <dsp:cNvPr id="0" name=""/>
        <dsp:cNvSpPr/>
      </dsp:nvSpPr>
      <dsp:spPr>
        <a:xfrm>
          <a:off x="0" y="2127361"/>
          <a:ext cx="6291714" cy="0"/>
        </a:xfrm>
        <a:prstGeom prst="line">
          <a:avLst/>
        </a:prstGeom>
        <a:solidFill>
          <a:schemeClr val="accent2">
            <a:hueOff val="-606401"/>
            <a:satOff val="-34970"/>
            <a:lumOff val="3595"/>
            <a:alphaOff val="0"/>
          </a:schemeClr>
        </a:solidFill>
        <a:ln w="12700" cap="flat" cmpd="sng" algn="ctr">
          <a:solidFill>
            <a:schemeClr val="accent2">
              <a:hueOff val="-606401"/>
              <a:satOff val="-34970"/>
              <a:lumOff val="359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555EC1-8D76-4403-AFC6-F000C63E42FD}">
      <dsp:nvSpPr>
        <dsp:cNvPr id="0" name=""/>
        <dsp:cNvSpPr/>
      </dsp:nvSpPr>
      <dsp:spPr>
        <a:xfrm>
          <a:off x="0" y="2127361"/>
          <a:ext cx="6291714" cy="4253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↓</a:t>
          </a:r>
          <a:endParaRPr lang="en-US" sz="1900" kern="1200"/>
        </a:p>
      </dsp:txBody>
      <dsp:txXfrm>
        <a:off x="0" y="2127361"/>
        <a:ext cx="6291714" cy="425337"/>
      </dsp:txXfrm>
    </dsp:sp>
    <dsp:sp modelId="{3F179D96-F1A5-4696-B87F-6848F9F8CA76}">
      <dsp:nvSpPr>
        <dsp:cNvPr id="0" name=""/>
        <dsp:cNvSpPr/>
      </dsp:nvSpPr>
      <dsp:spPr>
        <a:xfrm>
          <a:off x="0" y="2552698"/>
          <a:ext cx="6291714" cy="0"/>
        </a:xfrm>
        <a:prstGeom prst="line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988FF9-40D5-49BE-96AF-45207EEF34F7}">
      <dsp:nvSpPr>
        <dsp:cNvPr id="0" name=""/>
        <dsp:cNvSpPr/>
      </dsp:nvSpPr>
      <dsp:spPr>
        <a:xfrm>
          <a:off x="0" y="2552698"/>
          <a:ext cx="6291714" cy="4253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SQLite Database</a:t>
          </a:r>
          <a:endParaRPr lang="en-US" sz="1900" kern="1200"/>
        </a:p>
      </dsp:txBody>
      <dsp:txXfrm>
        <a:off x="0" y="2552698"/>
        <a:ext cx="6291714" cy="425337"/>
      </dsp:txXfrm>
    </dsp:sp>
    <dsp:sp modelId="{343DF558-7CB9-41C3-9B5B-55E0ABEA8FCF}">
      <dsp:nvSpPr>
        <dsp:cNvPr id="0" name=""/>
        <dsp:cNvSpPr/>
      </dsp:nvSpPr>
      <dsp:spPr>
        <a:xfrm>
          <a:off x="0" y="2978036"/>
          <a:ext cx="6291714" cy="0"/>
        </a:xfrm>
        <a:prstGeom prst="line">
          <a:avLst/>
        </a:prstGeom>
        <a:solidFill>
          <a:schemeClr val="accent2">
            <a:hueOff val="-848962"/>
            <a:satOff val="-48958"/>
            <a:lumOff val="5033"/>
            <a:alphaOff val="0"/>
          </a:schemeClr>
        </a:solidFill>
        <a:ln w="12700" cap="flat" cmpd="sng" algn="ctr">
          <a:solidFill>
            <a:schemeClr val="accent2">
              <a:hueOff val="-848962"/>
              <a:satOff val="-48958"/>
              <a:lumOff val="503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98FBEC-C108-4107-B9BF-71310CE90830}">
      <dsp:nvSpPr>
        <dsp:cNvPr id="0" name=""/>
        <dsp:cNvSpPr/>
      </dsp:nvSpPr>
      <dsp:spPr>
        <a:xfrm>
          <a:off x="0" y="2978036"/>
          <a:ext cx="6291714" cy="4253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↓</a:t>
          </a:r>
          <a:endParaRPr lang="en-US" sz="1900" kern="1200"/>
        </a:p>
      </dsp:txBody>
      <dsp:txXfrm>
        <a:off x="0" y="2978036"/>
        <a:ext cx="6291714" cy="425337"/>
      </dsp:txXfrm>
    </dsp:sp>
    <dsp:sp modelId="{C2F4CBFE-0ADF-4EC3-8A30-D8DCD34A3B87}">
      <dsp:nvSpPr>
        <dsp:cNvPr id="0" name=""/>
        <dsp:cNvSpPr/>
      </dsp:nvSpPr>
      <dsp:spPr>
        <a:xfrm>
          <a:off x="0" y="3403373"/>
          <a:ext cx="6291714" cy="0"/>
        </a:xfrm>
        <a:prstGeom prst="line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accent2">
              <a:hueOff val="-970242"/>
              <a:satOff val="-55952"/>
              <a:lumOff val="57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72EBD4-4E19-4BD8-A41E-6E80F68B5045}">
      <dsp:nvSpPr>
        <dsp:cNvPr id="0" name=""/>
        <dsp:cNvSpPr/>
      </dsp:nvSpPr>
      <dsp:spPr>
        <a:xfrm>
          <a:off x="0" y="3403373"/>
          <a:ext cx="6291714" cy="4253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EDA &amp; Analytics</a:t>
          </a:r>
          <a:endParaRPr lang="en-US" sz="1900" kern="1200"/>
        </a:p>
      </dsp:txBody>
      <dsp:txXfrm>
        <a:off x="0" y="3403373"/>
        <a:ext cx="6291714" cy="425337"/>
      </dsp:txXfrm>
    </dsp:sp>
    <dsp:sp modelId="{3182D237-D534-4895-9090-A6F0E45B3B98}">
      <dsp:nvSpPr>
        <dsp:cNvPr id="0" name=""/>
        <dsp:cNvSpPr/>
      </dsp:nvSpPr>
      <dsp:spPr>
        <a:xfrm>
          <a:off x="0" y="3828710"/>
          <a:ext cx="6291714" cy="0"/>
        </a:xfrm>
        <a:prstGeom prst="line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accent2">
              <a:hueOff val="-1091522"/>
              <a:satOff val="-62946"/>
              <a:lumOff val="6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658354-4F6B-4747-BE82-AEFA65327965}">
      <dsp:nvSpPr>
        <dsp:cNvPr id="0" name=""/>
        <dsp:cNvSpPr/>
      </dsp:nvSpPr>
      <dsp:spPr>
        <a:xfrm>
          <a:off x="0" y="3828710"/>
          <a:ext cx="6291714" cy="4253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↓</a:t>
          </a:r>
          <a:endParaRPr lang="en-US" sz="1900" kern="1200"/>
        </a:p>
      </dsp:txBody>
      <dsp:txXfrm>
        <a:off x="0" y="3828710"/>
        <a:ext cx="6291714" cy="425337"/>
      </dsp:txXfrm>
    </dsp:sp>
    <dsp:sp modelId="{FB12A15F-BDE8-489A-97B5-54E3C567C1DD}">
      <dsp:nvSpPr>
        <dsp:cNvPr id="0" name=""/>
        <dsp:cNvSpPr/>
      </dsp:nvSpPr>
      <dsp:spPr>
        <a:xfrm>
          <a:off x="0" y="4254048"/>
          <a:ext cx="6291714" cy="0"/>
        </a:xfrm>
        <a:prstGeom prst="line">
          <a:avLst/>
        </a:prstGeom>
        <a:solidFill>
          <a:schemeClr val="accent2">
            <a:hueOff val="-1212803"/>
            <a:satOff val="-69940"/>
            <a:lumOff val="7190"/>
            <a:alphaOff val="0"/>
          </a:schemeClr>
        </a:solidFill>
        <a:ln w="12700" cap="flat" cmpd="sng" algn="ctr">
          <a:solidFill>
            <a:schemeClr val="accent2">
              <a:hueOff val="-1212803"/>
              <a:satOff val="-69940"/>
              <a:lumOff val="71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06ED1F-8D2E-44D5-B2C1-C62843531F2E}">
      <dsp:nvSpPr>
        <dsp:cNvPr id="0" name=""/>
        <dsp:cNvSpPr/>
      </dsp:nvSpPr>
      <dsp:spPr>
        <a:xfrm>
          <a:off x="0" y="4254048"/>
          <a:ext cx="6291714" cy="4253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Power BI Dashboard</a:t>
          </a:r>
          <a:endParaRPr lang="en-US" sz="1900" kern="1200"/>
        </a:p>
      </dsp:txBody>
      <dsp:txXfrm>
        <a:off x="0" y="4254048"/>
        <a:ext cx="6291714" cy="425337"/>
      </dsp:txXfrm>
    </dsp:sp>
    <dsp:sp modelId="{9BD8606C-C45D-417F-BB25-71A972BF8553}">
      <dsp:nvSpPr>
        <dsp:cNvPr id="0" name=""/>
        <dsp:cNvSpPr/>
      </dsp:nvSpPr>
      <dsp:spPr>
        <a:xfrm>
          <a:off x="0" y="4679385"/>
          <a:ext cx="6291714" cy="0"/>
        </a:xfrm>
        <a:prstGeom prst="line">
          <a:avLst/>
        </a:prstGeom>
        <a:solidFill>
          <a:schemeClr val="accent2">
            <a:hueOff val="-1334083"/>
            <a:satOff val="-76934"/>
            <a:lumOff val="7909"/>
            <a:alphaOff val="0"/>
          </a:schemeClr>
        </a:solidFill>
        <a:ln w="12700" cap="flat" cmpd="sng" algn="ctr">
          <a:solidFill>
            <a:schemeClr val="accent2">
              <a:hueOff val="-1334083"/>
              <a:satOff val="-76934"/>
              <a:lumOff val="79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2FCEAF-85F9-42CB-BE65-8496E4F43E1F}">
      <dsp:nvSpPr>
        <dsp:cNvPr id="0" name=""/>
        <dsp:cNvSpPr/>
      </dsp:nvSpPr>
      <dsp:spPr>
        <a:xfrm>
          <a:off x="0" y="4679385"/>
          <a:ext cx="6291714" cy="4253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↓</a:t>
          </a:r>
          <a:endParaRPr lang="en-US" sz="1900" kern="1200"/>
        </a:p>
      </dsp:txBody>
      <dsp:txXfrm>
        <a:off x="0" y="4679385"/>
        <a:ext cx="6291714" cy="425337"/>
      </dsp:txXfrm>
    </dsp:sp>
    <dsp:sp modelId="{B319B61D-F397-45E7-ADA4-0A4245CA8068}">
      <dsp:nvSpPr>
        <dsp:cNvPr id="0" name=""/>
        <dsp:cNvSpPr/>
      </dsp:nvSpPr>
      <dsp:spPr>
        <a:xfrm>
          <a:off x="0" y="5104722"/>
          <a:ext cx="6291714" cy="0"/>
        </a:xfrm>
        <a:prstGeom prst="lin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ED9449-392A-472A-B58C-266737F2C5E7}">
      <dsp:nvSpPr>
        <dsp:cNvPr id="0" name=""/>
        <dsp:cNvSpPr/>
      </dsp:nvSpPr>
      <dsp:spPr>
        <a:xfrm>
          <a:off x="0" y="5104722"/>
          <a:ext cx="6291714" cy="4253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Insights &amp; Recommendations</a:t>
          </a:r>
          <a:endParaRPr lang="en-US" sz="1900" kern="1200"/>
        </a:p>
      </dsp:txBody>
      <dsp:txXfrm>
        <a:off x="0" y="5104722"/>
        <a:ext cx="6291714" cy="4253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693266-A217-4168-9FE4-7C1BF2D90040}">
      <dsp:nvSpPr>
        <dsp:cNvPr id="0" name=""/>
        <dsp:cNvSpPr/>
      </dsp:nvSpPr>
      <dsp:spPr>
        <a:xfrm>
          <a:off x="0" y="682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6AD1E1-5F9D-4B48-8C4D-B18D23A9CB3B}">
      <dsp:nvSpPr>
        <dsp:cNvPr id="0" name=""/>
        <dsp:cNvSpPr/>
      </dsp:nvSpPr>
      <dsp:spPr>
        <a:xfrm>
          <a:off x="482961" y="359909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94A88D-A9EA-4359-B7EE-523EC7E193EB}">
      <dsp:nvSpPr>
        <dsp:cNvPr id="0" name=""/>
        <dsp:cNvSpPr/>
      </dsp:nvSpPr>
      <dsp:spPr>
        <a:xfrm>
          <a:off x="1844034" y="682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Bluestock Mutual Fund Analytics Capstone Project</a:t>
          </a:r>
        </a:p>
      </dsp:txBody>
      <dsp:txXfrm>
        <a:off x="1844034" y="682"/>
        <a:ext cx="4401230" cy="1596566"/>
      </dsp:txXfrm>
    </dsp:sp>
    <dsp:sp modelId="{ACCF6E86-1B5B-49E8-A6E9-2A1372A8DB31}">
      <dsp:nvSpPr>
        <dsp:cNvPr id="0" name=""/>
        <dsp:cNvSpPr/>
      </dsp:nvSpPr>
      <dsp:spPr>
        <a:xfrm>
          <a:off x="0" y="1996390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896916-45CE-451A-AA6F-3C249875FF43}">
      <dsp:nvSpPr>
        <dsp:cNvPr id="0" name=""/>
        <dsp:cNvSpPr/>
      </dsp:nvSpPr>
      <dsp:spPr>
        <a:xfrm>
          <a:off x="482961" y="2355617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214DCE-A9E3-4633-B216-8E400457F579}">
      <dsp:nvSpPr>
        <dsp:cNvPr id="0" name=""/>
        <dsp:cNvSpPr/>
      </dsp:nvSpPr>
      <dsp:spPr>
        <a:xfrm>
          <a:off x="1844034" y="1996390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Questions &amp; Discussion</a:t>
          </a:r>
        </a:p>
      </dsp:txBody>
      <dsp:txXfrm>
        <a:off x="1844034" y="1996390"/>
        <a:ext cx="4401230" cy="1596566"/>
      </dsp:txXfrm>
    </dsp:sp>
    <dsp:sp modelId="{54BC9B07-3D93-48C1-8ADF-E79370C12D11}">
      <dsp:nvSpPr>
        <dsp:cNvPr id="0" name=""/>
        <dsp:cNvSpPr/>
      </dsp:nvSpPr>
      <dsp:spPr>
        <a:xfrm>
          <a:off x="0" y="3992098"/>
          <a:ext cx="6245265" cy="159656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645C71-8D74-4F24-92A9-50731EE2EBEE}">
      <dsp:nvSpPr>
        <dsp:cNvPr id="0" name=""/>
        <dsp:cNvSpPr/>
      </dsp:nvSpPr>
      <dsp:spPr>
        <a:xfrm>
          <a:off x="482961" y="4351325"/>
          <a:ext cx="878111" cy="8781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E46D0C-F910-46CB-86BB-437F6AA462DD}">
      <dsp:nvSpPr>
        <dsp:cNvPr id="0" name=""/>
        <dsp:cNvSpPr/>
      </dsp:nvSpPr>
      <dsp:spPr>
        <a:xfrm>
          <a:off x="1844034" y="3992098"/>
          <a:ext cx="4401230" cy="1596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0" tIns="168970" rIns="168970" bIns="16897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Prepared By: Anil Pachar</a:t>
          </a:r>
        </a:p>
      </dsp:txBody>
      <dsp:txXfrm>
        <a:off x="1844034" y="3992098"/>
        <a:ext cx="4401230" cy="15965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F503A2-BB9F-4266-A613-3D1CA2524FB5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EC955-D9B7-4053-A908-EB119EB14E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44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AEC955-D9B7-4053-A908-EB119EB14E7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916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1882C-8B91-B7EC-EC4C-966F37676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F69B38-B76D-E283-3861-CF387726D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B686F-6B16-1FCC-6B37-F181F7D8F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93BF9-FF98-437F-9884-B91C39D17F3D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68296-99B1-A27D-171D-DFE4B5D19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9C174-047A-356F-BD7D-2E7873BF1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5D59B-0B4A-4CB4-B90E-C8B2DD7BE4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127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3B480-3569-E79F-C408-B1A063D02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8BD84-C3D5-1FB9-496C-9B8C72F18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9DF2B-90CD-7C5F-6752-A79F4B51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93BF9-FF98-437F-9884-B91C39D17F3D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C94AC-6A8D-62F5-A366-6C7619BA6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4877AA-FC41-5E51-B12B-1347EECD7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5D59B-0B4A-4CB4-B90E-C8B2DD7BE4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135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BD618-8840-17D0-5B88-D61837662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9D72B-946A-B9DE-B797-BFCAC79EA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4C246-09B0-AE40-66C1-704822ECA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93BF9-FF98-437F-9884-B91C39D17F3D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DB57C-1EE1-E14C-DE70-A3B37A7C5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90ECA-BC5D-1FA1-BCAE-B91399F87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5D59B-0B4A-4CB4-B90E-C8B2DD7BE4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98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359E8-0392-0D45-B89E-ABE86BC98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E0955-B220-9C48-A32C-AB9631C903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9E53F7-E7ED-CA1D-161E-FFC0400BD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F487FF-0D2E-D1AD-C3C4-F8577D705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93BF9-FF98-437F-9884-B91C39D17F3D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160509-96C2-7B25-EBE8-C6540DFF1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CA04E-095A-A3BF-0D10-1E4AB5464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5D59B-0B4A-4CB4-B90E-C8B2DD7BE4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259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10D14-4768-323C-5825-450D3DD8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CFA25D-3373-1678-707E-C664D9A57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404F2-8178-229B-D2A4-D9E6028DB6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033A83-0662-EBD8-D119-3B87DF6AED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ECBACB-80FE-B6A6-0EEE-70A3ADAE26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2C0AC8-AACF-244F-A605-A3CB3B326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93BF9-FF98-437F-9884-B91C39D17F3D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1BCCC3-72BD-18F0-530C-DDAAE5D81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ACEF7F-075F-9922-C37F-A6469ED24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5D59B-0B4A-4CB4-B90E-C8B2DD7BE4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0497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0E6F1-F667-73BA-EC50-795B62885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28799D-B0E4-98CA-A60F-B69C6B33D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93BF9-FF98-437F-9884-B91C39D17F3D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0FCE7E-3E62-A141-9AD2-859921532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03C2F5-49C2-9092-0FB8-D823C5E0F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5D59B-0B4A-4CB4-B90E-C8B2DD7BE4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195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F24870-D963-ACCB-C182-AE86CC7B3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93BF9-FF98-437F-9884-B91C39D17F3D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89D134-9974-E3FB-F8A0-568FE7870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2A07-849C-A41D-4B3B-8441FAB4B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5D59B-0B4A-4CB4-B90E-C8B2DD7BE4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6109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B8792-6B2B-02B8-8CF3-4C6843A3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43297-3C6D-6937-6A8A-AF7312025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01E518-E0B0-41A5-6931-8B35DDA0C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B012F6-6FF5-A81B-6719-DFD61CB08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93BF9-FF98-437F-9884-B91C39D17F3D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ECE7D3-0ABD-24B6-2FA2-F3F4D279E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F71A8F-27AA-5AFA-0886-9EBF9D9DB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5D59B-0B4A-4CB4-B90E-C8B2DD7BE4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3362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ED3B1-B36B-AC2C-517C-A74CB4D5B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0EE4F6-44DC-C012-D97E-810532B1C1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753303-EC4F-940E-FF19-EA745C4FA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2426BD-BEDA-7F07-ADE8-30947D787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93BF9-FF98-437F-9884-B91C39D17F3D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B65440-0A0D-97C8-7ACB-992E08FA5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B1386-B8FB-38B1-4B8A-CC6F7B4AD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5D59B-0B4A-4CB4-B90E-C8B2DD7BE4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831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9727B-DCE8-1377-1689-7BCF25E54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F713A6-A6CB-F540-E8DE-4D47F0871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A0A25-1B3A-0EE3-BB15-65A5EE1ED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93BF9-FF98-437F-9884-B91C39D17F3D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4CBE6-8ACF-5853-437F-B12E1F5F8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23ED8-2F62-18F0-DFFC-7131D942D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5D59B-0B4A-4CB4-B90E-C8B2DD7BE4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687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C53FBD-CFD8-00B3-BA96-8F5064E0AC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A0F071-B2D7-AB26-1784-60CB75CA5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C2CDCC-1B3D-C37F-E2D0-FEF3D3555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93BF9-FF98-437F-9884-B91C39D17F3D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79CD6-CCDB-284F-6818-3E790E32C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6779E-314B-7F09-98EC-DC66F3034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B5D59B-0B4A-4CB4-B90E-C8B2DD7BE4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5626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53BE29-FF9F-8C76-2267-4A34096B7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4720-A7E5-BA25-9CA9-D7E790B37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137826-AA52-35AE-80EE-90E699158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F93BF9-FF98-437F-9884-B91C39D17F3D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839DC-8625-8637-83F0-2EEAB72478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A6474-824D-1B1A-B74E-83797BF0C2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5D59B-0B4A-4CB4-B90E-C8B2DD7BE4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812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6E5EB1-8B1F-33BE-B081-25FE26138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400" b="1"/>
              <a:t>Bluestock</a:t>
            </a:r>
            <a:r>
              <a:rPr lang="en-US" sz="5400" b="1" dirty="0"/>
              <a:t> Mutual Fund Analytics Capstone Project</a:t>
            </a:r>
            <a:endParaRPr lang="en-IN" sz="5400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35AC24-DC09-3A16-327B-5F7FD15D3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Final Project Presentation</a:t>
            </a:r>
            <a:endParaRPr lang="en-US" b="1"/>
          </a:p>
          <a:p>
            <a:pPr algn="l"/>
            <a:endParaRPr lang="en-US" b="1"/>
          </a:p>
          <a:p>
            <a:pPr algn="l"/>
            <a:r>
              <a:rPr lang="en-US" b="1" dirty="0"/>
              <a:t>Prepared By: Anil Pachar</a:t>
            </a:r>
            <a:endParaRPr lang="en-IN" b="1"/>
          </a:p>
        </p:txBody>
      </p:sp>
      <p:pic>
        <p:nvPicPr>
          <p:cNvPr id="5" name="Picture 4" descr="Calculator, pen, compass, money and a paper with graphs printed on it">
            <a:extLst>
              <a:ext uri="{FF2B5EF4-FFF2-40B4-BE49-F238E27FC236}">
                <a16:creationId xmlns:a16="http://schemas.microsoft.com/office/drawing/2014/main" id="{362A8B66-B2CE-F8D6-F3D9-0CE78093EE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653" r="27430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247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824AB-D385-4C3E-F074-625C44994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IN" sz="5400"/>
              <a:t>Problem Statement &amp; Objectives</a:t>
            </a:r>
          </a:p>
        </p:txBody>
      </p:sp>
      <p:pic>
        <p:nvPicPr>
          <p:cNvPr id="51" name="Picture 50" descr="Digital financial graph">
            <a:extLst>
              <a:ext uri="{FF2B5EF4-FFF2-40B4-BE49-F238E27FC236}">
                <a16:creationId xmlns:a16="http://schemas.microsoft.com/office/drawing/2014/main" id="{593CED36-0ADB-4CCB-AE56-8BA30900A4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543" r="23257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2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5D232DEE-ABCE-2C60-7AC4-19A03CE2D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/>
              <a:t>• Analyze mutual fund industry trends and fund performance</a:t>
            </a:r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400"/>
              <a:t>• Understand investor behavior and SIP patterns</a:t>
            </a:r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400"/>
              <a:t>• Build a complete ETL and analytics pipeline</a:t>
            </a:r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400"/>
              <a:t>• Develop advanced risk analytics</a:t>
            </a:r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400"/>
              <a:t>• Create an interactive Power BI dashboard</a:t>
            </a:r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400"/>
              <a:t>• Build a simple fund recommendation engine</a:t>
            </a:r>
            <a:endParaRPr lang="en-IN" sz="1400"/>
          </a:p>
        </p:txBody>
      </p:sp>
    </p:spTree>
    <p:extLst>
      <p:ext uri="{BB962C8B-B14F-4D97-AF65-F5344CB8AC3E}">
        <p14:creationId xmlns:p14="http://schemas.microsoft.com/office/powerpoint/2010/main" val="1266984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1FDFF1-AAF3-BFFF-48E2-5C9D92441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N" sz="5400"/>
              <a:t>Data Sources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0702FB-8487-8473-DB2F-595D973000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4137178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626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9B2563-E9E6-3512-2B96-DE6318C5A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IN" sz="4100">
                <a:solidFill>
                  <a:srgbClr val="FFFFFF"/>
                </a:solidFill>
              </a:rPr>
              <a:t>System Architecture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21ECDA6B-C349-4B7F-0706-9FA43341B7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3145796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9260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E97D60-EE4B-7C9F-3B18-B1FB286F6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>
                <a:latin typeface="+mj-lt"/>
                <a:ea typeface="+mj-ea"/>
                <a:cs typeface="+mj-cs"/>
              </a:rPr>
              <a:t>EDA Highlights – Industry Trends</a:t>
            </a:r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3310DC1-6EF7-9F6A-02D6-CFCCD9166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/>
              <a:t>• SBI Mutual Fund maintained highest AUM growth.</a:t>
            </a:r>
          </a:p>
          <a:p>
            <a:pPr marL="0" indent="0">
              <a:buNone/>
            </a:pPr>
            <a:r>
              <a:rPr lang="en-US" sz="2200"/>
              <a:t>• Industry AUM increased consistently from 2022–2025.</a:t>
            </a:r>
          </a:p>
          <a:p>
            <a:pPr marL="0" indent="0">
              <a:buNone/>
            </a:pPr>
            <a:r>
              <a:rPr lang="en-US" sz="2200"/>
              <a:t>• Major AMCs showed strong expansion.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D0C1AC-B96D-053D-AD3C-5EC87D07B8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711700"/>
            <a:ext cx="6903720" cy="3434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423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08D996-AE41-0637-D99C-251C7B751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kern="1200">
                <a:latin typeface="+mj-lt"/>
                <a:ea typeface="+mj-ea"/>
                <a:cs typeface="+mj-cs"/>
              </a:rPr>
              <a:t>EDA Highlights – SIP Trends</a:t>
            </a:r>
          </a:p>
        </p:txBody>
      </p:sp>
      <p:sp>
        <p:nvSpPr>
          <p:cNvPr id="64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Content Placeholder 19">
            <a:extLst>
              <a:ext uri="{FF2B5EF4-FFF2-40B4-BE49-F238E27FC236}">
                <a16:creationId xmlns:a16="http://schemas.microsoft.com/office/drawing/2014/main" id="{9B541A6C-7D35-00B9-0A45-1BAB2284B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/>
              <a:t>• SIP inflows increased steadily.</a:t>
            </a:r>
          </a:p>
          <a:p>
            <a:pPr marL="0" indent="0">
              <a:buNone/>
            </a:pPr>
            <a:r>
              <a:rPr lang="en-US" sz="2200"/>
              <a:t>• Peak SIP inflow crossed 31,000 Cr.</a:t>
            </a:r>
          </a:p>
          <a:p>
            <a:pPr marL="0" indent="0">
              <a:buNone/>
            </a:pPr>
            <a:r>
              <a:rPr lang="en-US" sz="2200"/>
              <a:t>• Retail participation continues to rise.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C353C8-A5EA-0FBE-18BF-B32317804E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953330"/>
            <a:ext cx="6903720" cy="295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719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3F41EB-98A9-2D67-49B9-935FA24B1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IN" sz="3800"/>
              <a:t>EDA Highlights – Investor Analysis</a:t>
            </a:r>
          </a:p>
        </p:txBody>
      </p:sp>
      <p:sp>
        <p:nvSpPr>
          <p:cNvPr id="53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74E699A-B037-B906-923B-37A8BA392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/>
              <a:t>• 26–35 age group dominates investments.</a:t>
            </a:r>
          </a:p>
          <a:p>
            <a:pPr marL="0" indent="0">
              <a:buNone/>
            </a:pPr>
            <a:r>
              <a:rPr lang="en-US" sz="2200"/>
              <a:t>• Young investors drive SIP growth.</a:t>
            </a:r>
          </a:p>
          <a:p>
            <a:pPr marL="0" indent="0">
              <a:buNone/>
            </a:pPr>
            <a:r>
              <a:rPr lang="en-US" sz="2200"/>
              <a:t>• Strong participation across working professionals.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1DB73E-BD83-301F-77C8-17699CC762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7875" y="640080"/>
            <a:ext cx="5396561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276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ECF5C8-6A25-1239-5347-9A65F47F0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51DD76-EE50-7A21-9D27-D8E4A34BC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02920"/>
            <a:ext cx="3419856" cy="1463040"/>
          </a:xfrm>
        </p:spPr>
        <p:txBody>
          <a:bodyPr anchor="ctr">
            <a:normAutofit/>
          </a:bodyPr>
          <a:lstStyle/>
          <a:p>
            <a:r>
              <a:rPr lang="en-IN" sz="3400"/>
              <a:t>Fund Performance Metrics</a:t>
            </a:r>
          </a:p>
        </p:txBody>
      </p:sp>
      <p:sp>
        <p:nvSpPr>
          <p:cNvPr id="60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92D0DAE-83DE-AA84-0D0F-1F12CDDB7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502920"/>
            <a:ext cx="6894576" cy="155448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200" dirty="0"/>
              <a:t>• CAGR used for long-term growth measurement</a:t>
            </a:r>
          </a:p>
          <a:p>
            <a:pPr marL="0" indent="0">
              <a:buNone/>
            </a:pPr>
            <a:r>
              <a:rPr lang="en-US" sz="1200" dirty="0"/>
              <a:t>• Sharpe Ratio evaluates risk-adjusted returns</a:t>
            </a:r>
          </a:p>
          <a:p>
            <a:pPr marL="0" indent="0">
              <a:buNone/>
            </a:pPr>
            <a:r>
              <a:rPr lang="en-US" sz="1200" dirty="0"/>
              <a:t>• Sortino Ratio focuses on downside risk</a:t>
            </a:r>
          </a:p>
          <a:p>
            <a:pPr marL="0" indent="0">
              <a:buNone/>
            </a:pPr>
            <a:r>
              <a:rPr lang="en-US" sz="1200" dirty="0"/>
              <a:t>• Alpha and Beta measure benchmark performance</a:t>
            </a:r>
          </a:p>
          <a:p>
            <a:pPr marL="0" indent="0">
              <a:buNone/>
            </a:pPr>
            <a:r>
              <a:rPr lang="en-US" sz="1200" dirty="0"/>
              <a:t>• Maximum Drawdown captures downside exposure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2F354A-0CF9-23E3-D035-E6F00A8D9D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2055844" y="2478024"/>
            <a:ext cx="8080312" cy="39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340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8E7484-F534-0FEF-CD51-D502C1A0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23C1DF-F1DE-1859-9C1A-9E8DD6BB1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IN" sz="4600"/>
              <a:t>Advanced Risk Analytics</a:t>
            </a:r>
          </a:p>
        </p:txBody>
      </p:sp>
      <p:sp>
        <p:nvSpPr>
          <p:cNvPr id="67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63ABA42-B85D-7828-29E2-C0FAF18BB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/>
              <a:t>• Historical VaR (95%)</a:t>
            </a:r>
          </a:p>
          <a:p>
            <a:pPr marL="0" indent="0">
              <a:buNone/>
            </a:pPr>
            <a:r>
              <a:rPr lang="en-US" sz="2200"/>
              <a:t>• Conditional VaR (CVaR)</a:t>
            </a:r>
          </a:p>
          <a:p>
            <a:pPr marL="0" indent="0">
              <a:buNone/>
            </a:pPr>
            <a:r>
              <a:rPr lang="en-US" sz="2200"/>
              <a:t>• Rolling 90-Day Sharpe Ratio</a:t>
            </a:r>
          </a:p>
          <a:p>
            <a:pPr marL="0" indent="0">
              <a:buNone/>
            </a:pPr>
            <a:r>
              <a:rPr lang="en-US" sz="2200"/>
              <a:t>• Investor Cohort Analysis</a:t>
            </a:r>
          </a:p>
          <a:p>
            <a:pPr marL="0" indent="0">
              <a:buNone/>
            </a:pPr>
            <a:r>
              <a:rPr lang="en-US" sz="2200"/>
              <a:t>• SIP Continuity Analysis</a:t>
            </a:r>
          </a:p>
          <a:p>
            <a:pPr marL="0" indent="0">
              <a:buNone/>
            </a:pPr>
            <a:r>
              <a:rPr lang="en-US" sz="2200"/>
              <a:t>• HHI Concentration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A02EF9-660E-4C10-838C-4155B3E039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4059936" y="1461964"/>
            <a:ext cx="8028970" cy="4145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90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83133E-53AA-BA22-5BC3-A9A449417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5B6A0D-414E-E8DA-24AE-F1714C4E2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400"/>
              <a:t>Power BI Dashboard – Industry Overview</a:t>
            </a:r>
            <a:endParaRPr lang="en-IN" sz="3400"/>
          </a:p>
        </p:txBody>
      </p:sp>
      <p:sp>
        <p:nvSpPr>
          <p:cNvPr id="74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6DED9CA-CFD6-DF1E-1B2F-F0DE659A8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 dirty="0"/>
              <a:t>• Industry AUM Overview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• SIP Inflow Monitoring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• Fund House Comparison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• Industry Growth Tracking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2D05AB-4B51-1C77-526C-4DD150DDC6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4059936" y="1129553"/>
            <a:ext cx="7867605" cy="458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533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4C202-4250-B645-9CC0-2B745783E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C4F40098-722B-5A98-73EF-84DB207BF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F6BAA1-D298-4653-B7CE-7558CF64B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155" y="64008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400" dirty="0"/>
              <a:t>Power BI Dashboard – Fund Performance</a:t>
            </a:r>
            <a:endParaRPr lang="en-IN" sz="3400" dirty="0"/>
          </a:p>
        </p:txBody>
      </p:sp>
      <p:sp>
        <p:nvSpPr>
          <p:cNvPr id="74" name="sketch line">
            <a:extLst>
              <a:ext uri="{FF2B5EF4-FFF2-40B4-BE49-F238E27FC236}">
                <a16:creationId xmlns:a16="http://schemas.microsoft.com/office/drawing/2014/main" id="{41EB1F10-1722-5480-ECC1-4A45D6FE6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17DD197-29B7-BE2D-4A6A-AFCA85719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155" y="2786774"/>
            <a:ext cx="3739358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 dirty="0"/>
              <a:t>• Risk vs Return Analysis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• Benchmark Comparison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• Fund Ranking Metrics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• Category-wise Performance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7FAC5F-B761-CE58-3C35-654908D500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59936" y="1197622"/>
            <a:ext cx="7867605" cy="4449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481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6D02B4-1589-D089-97C0-2D46F59E3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9" name="Rectangle 7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691475-7230-160C-31FD-1307F7712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400" dirty="0"/>
              <a:t>Power BI Dashboard – Investor Analytics</a:t>
            </a:r>
            <a:endParaRPr lang="en-IN" sz="3400" dirty="0"/>
          </a:p>
        </p:txBody>
      </p:sp>
      <p:sp>
        <p:nvSpPr>
          <p:cNvPr id="8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366A40A-2005-126B-66C6-15ED0393B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 dirty="0"/>
              <a:t>• State-wise Investment Analysis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• Age Group Distribution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• Transaction Type Analysis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• Investor Demographics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D4E629-9321-A78E-2EC4-81B64591C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4300793" y="1192432"/>
            <a:ext cx="7650349" cy="483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406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6FDF65-D7A1-E5DF-BA9A-6860E6900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6" name="Rectangle 8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E62C27-4E80-02D5-0F28-88F8F50D9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/>
              <a:t>Power BI Dashboard – SIP &amp; Market Trends</a:t>
            </a:r>
            <a:endParaRPr lang="en-IN" sz="3800"/>
          </a:p>
        </p:txBody>
      </p:sp>
      <p:sp>
        <p:nvSpPr>
          <p:cNvPr id="88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1250796-57AD-A828-BDC1-675F33556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5" y="2807208"/>
            <a:ext cx="3900723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 dirty="0"/>
              <a:t>• SIP Inflow Trends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• Category Inflow Analysis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• Market Movement Tracking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• Growth Indicators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C2400F-548D-55C8-68FC-34F95FB6B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4262719" y="640080"/>
            <a:ext cx="7153834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887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601CC0-B455-45EA-72F2-A79F2EFF0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IN" sz="8000"/>
              <a:t>Thank You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5A369DB-09CE-18DF-98F5-E70F6617DD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8766477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19581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378</Words>
  <Application>Microsoft Office PowerPoint</Application>
  <PresentationFormat>Widescreen</PresentationFormat>
  <Paragraphs>101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Bluestock Mutual Fund Analytics Capstone Project</vt:lpstr>
      <vt:lpstr>Problem Statement &amp; Objectives</vt:lpstr>
      <vt:lpstr>Data Sources</vt:lpstr>
      <vt:lpstr>System Architecture</vt:lpstr>
      <vt:lpstr>EDA Highlights – Industry Trends</vt:lpstr>
      <vt:lpstr>EDA Highlights – SIP Trends</vt:lpstr>
      <vt:lpstr>EDA Highlights – Investor Analysis</vt:lpstr>
      <vt:lpstr>Fund Performance Metrics</vt:lpstr>
      <vt:lpstr>Advanced Risk Analytics</vt:lpstr>
      <vt:lpstr>Power BI Dashboard – Industry Overview</vt:lpstr>
      <vt:lpstr>Power BI Dashboard – Fund Performance</vt:lpstr>
      <vt:lpstr>Power BI Dashboard – Investor Analytics</vt:lpstr>
      <vt:lpstr>Power BI Dashboard – SIP &amp; Market Trends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Anil Pachar</dc:creator>
  <cp:lastModifiedBy>Anil Pachar</cp:lastModifiedBy>
  <cp:revision>1</cp:revision>
  <dcterms:created xsi:type="dcterms:W3CDTF">2026-06-11T07:21:38Z</dcterms:created>
  <dcterms:modified xsi:type="dcterms:W3CDTF">2026-06-11T08:41:48Z</dcterms:modified>
</cp:coreProperties>
</file>